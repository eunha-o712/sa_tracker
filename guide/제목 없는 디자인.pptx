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x="18288000" cy="10287000"/>
  <p:notesSz cx="6858000" cy="9144000"/>
  <p:embeddedFontLst>
    <p:embeddedFont>
      <p:font typeface="Staatliches" charset="1" panose="00000000000000000000"/>
      <p:regular r:id="rId22"/>
    </p:embeddedFont>
    <p:embeddedFont>
      <p:font typeface="Ruda" charset="1" panose="02000000000000000000"/>
      <p:regular r:id="rId23"/>
    </p:embeddedFont>
    <p:embeddedFont>
      <p:font typeface="Ruda Bold" charset="1" panose="02000000000000000000"/>
      <p:regular r:id="rId24"/>
    </p:embeddedFont>
    <p:embeddedFont>
      <p:font typeface="Ruda Heavy" charset="1" panose="02000000000000000000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slide3.xml" Type="http://schemas.openxmlformats.org/officeDocument/2006/relationships/slide"/><Relationship Id="rId6" Target="slide6.xml" Type="http://schemas.openxmlformats.org/officeDocument/2006/relationships/slide"/><Relationship Id="rId7" Target="slide9.xml" Type="http://schemas.openxmlformats.org/officeDocument/2006/relationships/slide"/><Relationship Id="rId8" Target="slide13.xml" Type="http://schemas.openxmlformats.org/officeDocument/2006/relationships/slid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slide2.xml" Type="http://schemas.openxmlformats.org/officeDocument/2006/relationships/slid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jpeg" Type="http://schemas.openxmlformats.org/officeDocument/2006/relationships/image"/><Relationship Id="rId3" Target="../media/image11.jpeg" Type="http://schemas.openxmlformats.org/officeDocument/2006/relationships/image"/><Relationship Id="rId4" Target="../media/image12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svg" Type="http://schemas.openxmlformats.org/officeDocument/2006/relationships/image"/><Relationship Id="rId4" Target="slide2.xml" Type="http://schemas.openxmlformats.org/officeDocument/2006/relationships/slid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Relationship Id="rId3" Target="../media/image17.png" Type="http://schemas.openxmlformats.org/officeDocument/2006/relationships/image"/><Relationship Id="rId4" Target="../media/image18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slide2.xml" Type="http://schemas.openxmlformats.org/officeDocument/2006/relationships/slid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png" Type="http://schemas.openxmlformats.org/officeDocument/2006/relationships/image"/><Relationship Id="rId3" Target="../media/image21.svg" Type="http://schemas.openxmlformats.org/officeDocument/2006/relationships/image"/><Relationship Id="rId4" Target="slide2.xml" Type="http://schemas.openxmlformats.org/officeDocument/2006/relationships/slid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.png" Type="http://schemas.openxmlformats.org/officeDocument/2006/relationships/image"/><Relationship Id="rId11" Target="../media/image14.svg" Type="http://schemas.openxmlformats.org/officeDocument/2006/relationships/image"/><Relationship Id="rId12" Target="../media/image8.png" Type="http://schemas.openxmlformats.org/officeDocument/2006/relationships/image"/><Relationship Id="rId13" Target="../media/image9.svg" Type="http://schemas.openxmlformats.org/officeDocument/2006/relationships/image"/><Relationship Id="rId14" Target="../media/image28.png" Type="http://schemas.openxmlformats.org/officeDocument/2006/relationships/image"/><Relationship Id="rId15" Target="../media/image29.svg" Type="http://schemas.openxmlformats.org/officeDocument/2006/relationships/image"/><Relationship Id="rId16" Target="../media/image20.png" Type="http://schemas.openxmlformats.org/officeDocument/2006/relationships/image"/><Relationship Id="rId17" Target="../media/image21.svg" Type="http://schemas.openxmlformats.org/officeDocument/2006/relationships/image"/><Relationship Id="rId18" Target="../media/image30.png" Type="http://schemas.openxmlformats.org/officeDocument/2006/relationships/image"/><Relationship Id="rId19" Target="../media/image31.svg" Type="http://schemas.openxmlformats.org/officeDocument/2006/relationships/image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22.png" Type="http://schemas.openxmlformats.org/officeDocument/2006/relationships/image"/><Relationship Id="rId5" Target="../media/image23.svg" Type="http://schemas.openxmlformats.org/officeDocument/2006/relationships/image"/><Relationship Id="rId6" Target="../media/image24.png" Type="http://schemas.openxmlformats.org/officeDocument/2006/relationships/image"/><Relationship Id="rId7" Target="../media/image25.svg" Type="http://schemas.openxmlformats.org/officeDocument/2006/relationships/image"/><Relationship Id="rId8" Target="../media/image26.png" Type="http://schemas.openxmlformats.org/officeDocument/2006/relationships/image"/><Relationship Id="rId9" Target="../media/image27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0.png" Type="http://schemas.openxmlformats.org/officeDocument/2006/relationships/image"/><Relationship Id="rId11" Target="../media/image41.svg" Type="http://schemas.openxmlformats.org/officeDocument/2006/relationships/image"/><Relationship Id="rId12" Target="../media/image42.png" Type="http://schemas.openxmlformats.org/officeDocument/2006/relationships/image"/><Relationship Id="rId13" Target="../media/image43.svg" Type="http://schemas.openxmlformats.org/officeDocument/2006/relationships/image"/><Relationship Id="rId14" Target="../media/image44.png" Type="http://schemas.openxmlformats.org/officeDocument/2006/relationships/image"/><Relationship Id="rId15" Target="../media/image45.svg" Type="http://schemas.openxmlformats.org/officeDocument/2006/relationships/image"/><Relationship Id="rId16" Target="../media/image46.png" Type="http://schemas.openxmlformats.org/officeDocument/2006/relationships/image"/><Relationship Id="rId17" Target="../media/image47.svg" Type="http://schemas.openxmlformats.org/officeDocument/2006/relationships/image"/><Relationship Id="rId18" Target="../media/image48.png" Type="http://schemas.openxmlformats.org/officeDocument/2006/relationships/image"/><Relationship Id="rId19" Target="../media/image49.svg" Type="http://schemas.openxmlformats.org/officeDocument/2006/relationships/image"/><Relationship Id="rId2" Target="../media/image32.png" Type="http://schemas.openxmlformats.org/officeDocument/2006/relationships/image"/><Relationship Id="rId3" Target="../media/image33.svg" Type="http://schemas.openxmlformats.org/officeDocument/2006/relationships/image"/><Relationship Id="rId4" Target="../media/image34.png" Type="http://schemas.openxmlformats.org/officeDocument/2006/relationships/image"/><Relationship Id="rId5" Target="../media/image35.svg" Type="http://schemas.openxmlformats.org/officeDocument/2006/relationships/image"/><Relationship Id="rId6" Target="../media/image36.png" Type="http://schemas.openxmlformats.org/officeDocument/2006/relationships/image"/><Relationship Id="rId7" Target="../media/image37.svg" Type="http://schemas.openxmlformats.org/officeDocument/2006/relationships/image"/><Relationship Id="rId8" Target="../media/image38.png" Type="http://schemas.openxmlformats.org/officeDocument/2006/relationships/image"/><Relationship Id="rId9" Target="../media/image39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47750" y="3492388"/>
            <a:ext cx="10636873" cy="3349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37"/>
              </a:lnSpc>
            </a:pPr>
            <a:r>
              <a:rPr lang="en-US" sz="14199">
                <a:solidFill>
                  <a:srgbClr val="A5F951"/>
                </a:solidFill>
                <a:latin typeface="Staatliches"/>
                <a:ea typeface="Staatliches"/>
                <a:cs typeface="Staatliches"/>
                <a:sym typeface="Staatliches"/>
              </a:rPr>
              <a:t>Your Title </a:t>
            </a:r>
          </a:p>
          <a:p>
            <a:pPr algn="l">
              <a:lnSpc>
                <a:spcPts val="12637"/>
              </a:lnSpc>
            </a:pPr>
            <a:r>
              <a:rPr lang="en-US" sz="14199">
                <a:solidFill>
                  <a:srgbClr val="A5F951"/>
                </a:solidFill>
                <a:latin typeface="Staatliches"/>
                <a:ea typeface="Staatliches"/>
                <a:cs typeface="Staatliches"/>
                <a:sym typeface="Staatliches"/>
              </a:rPr>
              <a:t>Here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47750" y="6866115"/>
            <a:ext cx="10636873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FFFFFF"/>
                </a:solidFill>
                <a:latin typeface="Ruda"/>
                <a:ea typeface="Ruda"/>
                <a:cs typeface="Ruda"/>
                <a:sym typeface="Ruda"/>
              </a:rPr>
              <a:t>Add a short description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028700" y="2000472"/>
            <a:ext cx="2057400" cy="342900"/>
            <a:chOff x="0" y="0"/>
            <a:chExt cx="2743200" cy="457200"/>
          </a:xfrm>
        </p:grpSpPr>
        <p:grpSp>
          <p:nvGrpSpPr>
            <p:cNvPr name="Group 5" id="5"/>
            <p:cNvGrpSpPr/>
            <p:nvPr/>
          </p:nvGrpSpPr>
          <p:grpSpPr>
            <a:xfrm rot="-5400000">
              <a:off x="0" y="0"/>
              <a:ext cx="457200" cy="457200"/>
              <a:chOff x="0" y="0"/>
              <a:chExt cx="1913890" cy="1913890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1913890" cy="1913890"/>
              </a:xfrm>
              <a:custGeom>
                <a:avLst/>
                <a:gdLst/>
                <a:ahLst/>
                <a:cxnLst/>
                <a:rect r="r" b="b" t="t" l="l"/>
                <a:pathLst>
                  <a:path h="1913890" w="1913890">
                    <a:moveTo>
                      <a:pt x="0" y="0"/>
                    </a:moveTo>
                    <a:lnTo>
                      <a:pt x="1913890" y="0"/>
                    </a:lnTo>
                    <a:lnTo>
                      <a:pt x="1913890" y="1913890"/>
                    </a:lnTo>
                    <a:lnTo>
                      <a:pt x="0" y="1913890"/>
                    </a:lnTo>
                    <a:close/>
                  </a:path>
                </a:pathLst>
              </a:custGeom>
              <a:solidFill>
                <a:srgbClr val="A5F951"/>
              </a:solidFill>
            </p:spPr>
          </p:sp>
        </p:grpSp>
        <p:grpSp>
          <p:nvGrpSpPr>
            <p:cNvPr name="Group 7" id="7"/>
            <p:cNvGrpSpPr/>
            <p:nvPr/>
          </p:nvGrpSpPr>
          <p:grpSpPr>
            <a:xfrm rot="-5400000">
              <a:off x="457200" y="0"/>
              <a:ext cx="457200" cy="457200"/>
              <a:chOff x="0" y="0"/>
              <a:chExt cx="1913890" cy="191389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1913890" cy="1913890"/>
              </a:xfrm>
              <a:custGeom>
                <a:avLst/>
                <a:gdLst/>
                <a:ahLst/>
                <a:cxnLst/>
                <a:rect r="r" b="b" t="t" l="l"/>
                <a:pathLst>
                  <a:path h="1913890" w="1913890">
                    <a:moveTo>
                      <a:pt x="0" y="0"/>
                    </a:moveTo>
                    <a:lnTo>
                      <a:pt x="1913890" y="0"/>
                    </a:lnTo>
                    <a:lnTo>
                      <a:pt x="1913890" y="1913890"/>
                    </a:lnTo>
                    <a:lnTo>
                      <a:pt x="0" y="1913890"/>
                    </a:lnTo>
                    <a:close/>
                  </a:path>
                </a:pathLst>
              </a:custGeom>
              <a:solidFill>
                <a:srgbClr val="717273"/>
              </a:solidFill>
            </p:spPr>
          </p:sp>
        </p:grpSp>
        <p:grpSp>
          <p:nvGrpSpPr>
            <p:cNvPr name="Group 9" id="9"/>
            <p:cNvGrpSpPr/>
            <p:nvPr/>
          </p:nvGrpSpPr>
          <p:grpSpPr>
            <a:xfrm rot="-5400000">
              <a:off x="914400" y="0"/>
              <a:ext cx="457200" cy="457200"/>
              <a:chOff x="0" y="0"/>
              <a:chExt cx="1913890" cy="191389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1913890" cy="1913890"/>
              </a:xfrm>
              <a:custGeom>
                <a:avLst/>
                <a:gdLst/>
                <a:ahLst/>
                <a:cxnLst/>
                <a:rect r="r" b="b" t="t" l="l"/>
                <a:pathLst>
                  <a:path h="1913890" w="1913890">
                    <a:moveTo>
                      <a:pt x="0" y="0"/>
                    </a:moveTo>
                    <a:lnTo>
                      <a:pt x="1913890" y="0"/>
                    </a:lnTo>
                    <a:lnTo>
                      <a:pt x="1913890" y="1913890"/>
                    </a:lnTo>
                    <a:lnTo>
                      <a:pt x="0" y="191389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grpSp>
          <p:nvGrpSpPr>
            <p:cNvPr name="Group 11" id="11"/>
            <p:cNvGrpSpPr/>
            <p:nvPr/>
          </p:nvGrpSpPr>
          <p:grpSpPr>
            <a:xfrm rot="-5400000">
              <a:off x="1371600" y="0"/>
              <a:ext cx="457200" cy="457200"/>
              <a:chOff x="0" y="0"/>
              <a:chExt cx="1913890" cy="1913890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1913890" cy="1913890"/>
              </a:xfrm>
              <a:custGeom>
                <a:avLst/>
                <a:gdLst/>
                <a:ahLst/>
                <a:cxnLst/>
                <a:rect r="r" b="b" t="t" l="l"/>
                <a:pathLst>
                  <a:path h="1913890" w="1913890">
                    <a:moveTo>
                      <a:pt x="0" y="0"/>
                    </a:moveTo>
                    <a:lnTo>
                      <a:pt x="1913890" y="0"/>
                    </a:lnTo>
                    <a:lnTo>
                      <a:pt x="1913890" y="1913890"/>
                    </a:lnTo>
                    <a:lnTo>
                      <a:pt x="0" y="1913890"/>
                    </a:lnTo>
                    <a:close/>
                  </a:path>
                </a:pathLst>
              </a:custGeom>
              <a:solidFill>
                <a:srgbClr val="A5F951"/>
              </a:solidFill>
            </p:spPr>
          </p:sp>
        </p:grpSp>
        <p:grpSp>
          <p:nvGrpSpPr>
            <p:cNvPr name="Group 13" id="13"/>
            <p:cNvGrpSpPr/>
            <p:nvPr/>
          </p:nvGrpSpPr>
          <p:grpSpPr>
            <a:xfrm rot="-5400000">
              <a:off x="1828800" y="0"/>
              <a:ext cx="457200" cy="457200"/>
              <a:chOff x="0" y="0"/>
              <a:chExt cx="1913890" cy="1913890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1913890" cy="1913890"/>
              </a:xfrm>
              <a:custGeom>
                <a:avLst/>
                <a:gdLst/>
                <a:ahLst/>
                <a:cxnLst/>
                <a:rect r="r" b="b" t="t" l="l"/>
                <a:pathLst>
                  <a:path h="1913890" w="1913890">
                    <a:moveTo>
                      <a:pt x="0" y="0"/>
                    </a:moveTo>
                    <a:lnTo>
                      <a:pt x="1913890" y="0"/>
                    </a:lnTo>
                    <a:lnTo>
                      <a:pt x="1913890" y="1913890"/>
                    </a:lnTo>
                    <a:lnTo>
                      <a:pt x="0" y="1913890"/>
                    </a:lnTo>
                    <a:close/>
                  </a:path>
                </a:pathLst>
              </a:custGeom>
              <a:solidFill>
                <a:srgbClr val="717273"/>
              </a:solidFill>
            </p:spPr>
          </p:sp>
        </p:grpSp>
        <p:grpSp>
          <p:nvGrpSpPr>
            <p:cNvPr name="Group 15" id="15"/>
            <p:cNvGrpSpPr/>
            <p:nvPr/>
          </p:nvGrpSpPr>
          <p:grpSpPr>
            <a:xfrm rot="-5400000">
              <a:off x="2286000" y="0"/>
              <a:ext cx="457200" cy="457200"/>
              <a:chOff x="0" y="0"/>
              <a:chExt cx="1913890" cy="191389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1913890" cy="1913890"/>
              </a:xfrm>
              <a:custGeom>
                <a:avLst/>
                <a:gdLst/>
                <a:ahLst/>
                <a:cxnLst/>
                <a:rect r="r" b="b" t="t" l="l"/>
                <a:pathLst>
                  <a:path h="1913890" w="1913890">
                    <a:moveTo>
                      <a:pt x="0" y="0"/>
                    </a:moveTo>
                    <a:lnTo>
                      <a:pt x="1913890" y="0"/>
                    </a:lnTo>
                    <a:lnTo>
                      <a:pt x="1913890" y="1913890"/>
                    </a:lnTo>
                    <a:lnTo>
                      <a:pt x="0" y="191389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</p:grpSp>
      <p:grpSp>
        <p:nvGrpSpPr>
          <p:cNvPr name="Group 17" id="17"/>
          <p:cNvGrpSpPr/>
          <p:nvPr/>
        </p:nvGrpSpPr>
        <p:grpSpPr>
          <a:xfrm rot="-5400000">
            <a:off x="1371600" y="8915400"/>
            <a:ext cx="342900" cy="1028700"/>
            <a:chOff x="0" y="0"/>
            <a:chExt cx="457200" cy="1371600"/>
          </a:xfrm>
        </p:grpSpPr>
        <p:grpSp>
          <p:nvGrpSpPr>
            <p:cNvPr name="Group 18" id="18"/>
            <p:cNvGrpSpPr/>
            <p:nvPr/>
          </p:nvGrpSpPr>
          <p:grpSpPr>
            <a:xfrm rot="0">
              <a:off x="0" y="0"/>
              <a:ext cx="457200" cy="457200"/>
              <a:chOff x="0" y="0"/>
              <a:chExt cx="1913890" cy="1913890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1913890" cy="1913890"/>
              </a:xfrm>
              <a:custGeom>
                <a:avLst/>
                <a:gdLst/>
                <a:ahLst/>
                <a:cxnLst/>
                <a:rect r="r" b="b" t="t" l="l"/>
                <a:pathLst>
                  <a:path h="1913890" w="1913890">
                    <a:moveTo>
                      <a:pt x="0" y="0"/>
                    </a:moveTo>
                    <a:lnTo>
                      <a:pt x="1913890" y="0"/>
                    </a:lnTo>
                    <a:lnTo>
                      <a:pt x="1913890" y="1913890"/>
                    </a:lnTo>
                    <a:lnTo>
                      <a:pt x="0" y="1913890"/>
                    </a:lnTo>
                    <a:close/>
                  </a:path>
                </a:pathLst>
              </a:custGeom>
              <a:solidFill>
                <a:srgbClr val="A5F951"/>
              </a:solidFill>
            </p:spPr>
          </p:sp>
        </p:grpSp>
        <p:grpSp>
          <p:nvGrpSpPr>
            <p:cNvPr name="Group 20" id="20"/>
            <p:cNvGrpSpPr/>
            <p:nvPr/>
          </p:nvGrpSpPr>
          <p:grpSpPr>
            <a:xfrm rot="0">
              <a:off x="0" y="457200"/>
              <a:ext cx="457200" cy="457200"/>
              <a:chOff x="0" y="0"/>
              <a:chExt cx="1913890" cy="1913890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1913890" cy="1913890"/>
              </a:xfrm>
              <a:custGeom>
                <a:avLst/>
                <a:gdLst/>
                <a:ahLst/>
                <a:cxnLst/>
                <a:rect r="r" b="b" t="t" l="l"/>
                <a:pathLst>
                  <a:path h="1913890" w="1913890">
                    <a:moveTo>
                      <a:pt x="0" y="0"/>
                    </a:moveTo>
                    <a:lnTo>
                      <a:pt x="1913890" y="0"/>
                    </a:lnTo>
                    <a:lnTo>
                      <a:pt x="1913890" y="1913890"/>
                    </a:lnTo>
                    <a:lnTo>
                      <a:pt x="0" y="1913890"/>
                    </a:lnTo>
                    <a:close/>
                  </a:path>
                </a:pathLst>
              </a:custGeom>
              <a:solidFill>
                <a:srgbClr val="717273"/>
              </a:solidFill>
            </p:spPr>
          </p:sp>
        </p:grpSp>
        <p:grpSp>
          <p:nvGrpSpPr>
            <p:cNvPr name="Group 22" id="22"/>
            <p:cNvGrpSpPr/>
            <p:nvPr/>
          </p:nvGrpSpPr>
          <p:grpSpPr>
            <a:xfrm rot="0">
              <a:off x="0" y="914400"/>
              <a:ext cx="457200" cy="457200"/>
              <a:chOff x="0" y="0"/>
              <a:chExt cx="1913890" cy="1913890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1913890" cy="1913890"/>
              </a:xfrm>
              <a:custGeom>
                <a:avLst/>
                <a:gdLst/>
                <a:ahLst/>
                <a:cxnLst/>
                <a:rect r="r" b="b" t="t" l="l"/>
                <a:pathLst>
                  <a:path h="1913890" w="1913890">
                    <a:moveTo>
                      <a:pt x="0" y="0"/>
                    </a:moveTo>
                    <a:lnTo>
                      <a:pt x="1913890" y="0"/>
                    </a:lnTo>
                    <a:lnTo>
                      <a:pt x="1913890" y="1913890"/>
                    </a:lnTo>
                    <a:lnTo>
                      <a:pt x="0" y="191389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grpSp>
          <p:nvGrpSpPr>
            <p:cNvPr name="Group 24" id="24"/>
            <p:cNvGrpSpPr/>
            <p:nvPr/>
          </p:nvGrpSpPr>
          <p:grpSpPr>
            <a:xfrm rot="0">
              <a:off x="0" y="0"/>
              <a:ext cx="457200" cy="457200"/>
              <a:chOff x="0" y="0"/>
              <a:chExt cx="1913890" cy="1913890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1913890" cy="1913890"/>
              </a:xfrm>
              <a:custGeom>
                <a:avLst/>
                <a:gdLst/>
                <a:ahLst/>
                <a:cxnLst/>
                <a:rect r="r" b="b" t="t" l="l"/>
                <a:pathLst>
                  <a:path h="1913890" w="1913890">
                    <a:moveTo>
                      <a:pt x="0" y="0"/>
                    </a:moveTo>
                    <a:lnTo>
                      <a:pt x="1913890" y="0"/>
                    </a:lnTo>
                    <a:lnTo>
                      <a:pt x="1913890" y="1913890"/>
                    </a:lnTo>
                    <a:lnTo>
                      <a:pt x="0" y="1913890"/>
                    </a:lnTo>
                    <a:close/>
                  </a:path>
                </a:pathLst>
              </a:custGeom>
              <a:solidFill>
                <a:srgbClr val="A5F951"/>
              </a:solidFill>
            </p:spPr>
          </p:sp>
        </p:grpSp>
        <p:grpSp>
          <p:nvGrpSpPr>
            <p:cNvPr name="Group 26" id="26"/>
            <p:cNvGrpSpPr/>
            <p:nvPr/>
          </p:nvGrpSpPr>
          <p:grpSpPr>
            <a:xfrm rot="0">
              <a:off x="0" y="457200"/>
              <a:ext cx="457200" cy="457200"/>
              <a:chOff x="0" y="0"/>
              <a:chExt cx="1913890" cy="1913890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1913890" cy="1913890"/>
              </a:xfrm>
              <a:custGeom>
                <a:avLst/>
                <a:gdLst/>
                <a:ahLst/>
                <a:cxnLst/>
                <a:rect r="r" b="b" t="t" l="l"/>
                <a:pathLst>
                  <a:path h="1913890" w="1913890">
                    <a:moveTo>
                      <a:pt x="0" y="0"/>
                    </a:moveTo>
                    <a:lnTo>
                      <a:pt x="1913890" y="0"/>
                    </a:lnTo>
                    <a:lnTo>
                      <a:pt x="1913890" y="1913890"/>
                    </a:lnTo>
                    <a:lnTo>
                      <a:pt x="0" y="1913890"/>
                    </a:lnTo>
                    <a:close/>
                  </a:path>
                </a:pathLst>
              </a:custGeom>
              <a:solidFill>
                <a:srgbClr val="717273"/>
              </a:solidFill>
            </p:spPr>
          </p:sp>
        </p:grpSp>
        <p:grpSp>
          <p:nvGrpSpPr>
            <p:cNvPr name="Group 28" id="28"/>
            <p:cNvGrpSpPr/>
            <p:nvPr/>
          </p:nvGrpSpPr>
          <p:grpSpPr>
            <a:xfrm rot="0">
              <a:off x="0" y="914400"/>
              <a:ext cx="457200" cy="457200"/>
              <a:chOff x="0" y="0"/>
              <a:chExt cx="1913890" cy="1913890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1913890" cy="1913890"/>
              </a:xfrm>
              <a:custGeom>
                <a:avLst/>
                <a:gdLst/>
                <a:ahLst/>
                <a:cxnLst/>
                <a:rect r="r" b="b" t="t" l="l"/>
                <a:pathLst>
                  <a:path h="1913890" w="1913890">
                    <a:moveTo>
                      <a:pt x="0" y="0"/>
                    </a:moveTo>
                    <a:lnTo>
                      <a:pt x="1913890" y="0"/>
                    </a:lnTo>
                    <a:lnTo>
                      <a:pt x="1913890" y="1913890"/>
                    </a:lnTo>
                    <a:lnTo>
                      <a:pt x="0" y="191389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</p:grpSp>
      <p:grpSp>
        <p:nvGrpSpPr>
          <p:cNvPr name="Group 30" id="30"/>
          <p:cNvGrpSpPr/>
          <p:nvPr/>
        </p:nvGrpSpPr>
        <p:grpSpPr>
          <a:xfrm rot="0">
            <a:off x="17945100" y="0"/>
            <a:ext cx="342900" cy="1028700"/>
            <a:chOff x="0" y="0"/>
            <a:chExt cx="457200" cy="1371600"/>
          </a:xfrm>
        </p:grpSpPr>
        <p:grpSp>
          <p:nvGrpSpPr>
            <p:cNvPr name="Group 31" id="31"/>
            <p:cNvGrpSpPr/>
            <p:nvPr/>
          </p:nvGrpSpPr>
          <p:grpSpPr>
            <a:xfrm rot="0">
              <a:off x="0" y="0"/>
              <a:ext cx="457200" cy="457200"/>
              <a:chOff x="0" y="0"/>
              <a:chExt cx="1913890" cy="1913890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1913890" cy="1913890"/>
              </a:xfrm>
              <a:custGeom>
                <a:avLst/>
                <a:gdLst/>
                <a:ahLst/>
                <a:cxnLst/>
                <a:rect r="r" b="b" t="t" l="l"/>
                <a:pathLst>
                  <a:path h="1913890" w="1913890">
                    <a:moveTo>
                      <a:pt x="0" y="0"/>
                    </a:moveTo>
                    <a:lnTo>
                      <a:pt x="1913890" y="0"/>
                    </a:lnTo>
                    <a:lnTo>
                      <a:pt x="1913890" y="1913890"/>
                    </a:lnTo>
                    <a:lnTo>
                      <a:pt x="0" y="1913890"/>
                    </a:lnTo>
                    <a:close/>
                  </a:path>
                </a:pathLst>
              </a:custGeom>
              <a:solidFill>
                <a:srgbClr val="A5F951"/>
              </a:solidFill>
            </p:spPr>
          </p:sp>
        </p:grpSp>
        <p:grpSp>
          <p:nvGrpSpPr>
            <p:cNvPr name="Group 33" id="33"/>
            <p:cNvGrpSpPr/>
            <p:nvPr/>
          </p:nvGrpSpPr>
          <p:grpSpPr>
            <a:xfrm rot="0">
              <a:off x="0" y="457200"/>
              <a:ext cx="457200" cy="457200"/>
              <a:chOff x="0" y="0"/>
              <a:chExt cx="1913890" cy="1913890"/>
            </a:xfrm>
          </p:grpSpPr>
          <p:sp>
            <p:nvSpPr>
              <p:cNvPr name="Freeform 34" id="34"/>
              <p:cNvSpPr/>
              <p:nvPr/>
            </p:nvSpPr>
            <p:spPr>
              <a:xfrm flipH="false" flipV="false" rot="0">
                <a:off x="0" y="0"/>
                <a:ext cx="1913890" cy="1913890"/>
              </a:xfrm>
              <a:custGeom>
                <a:avLst/>
                <a:gdLst/>
                <a:ahLst/>
                <a:cxnLst/>
                <a:rect r="r" b="b" t="t" l="l"/>
                <a:pathLst>
                  <a:path h="1913890" w="1913890">
                    <a:moveTo>
                      <a:pt x="0" y="0"/>
                    </a:moveTo>
                    <a:lnTo>
                      <a:pt x="1913890" y="0"/>
                    </a:lnTo>
                    <a:lnTo>
                      <a:pt x="1913890" y="1913890"/>
                    </a:lnTo>
                    <a:lnTo>
                      <a:pt x="0" y="1913890"/>
                    </a:lnTo>
                    <a:close/>
                  </a:path>
                </a:pathLst>
              </a:custGeom>
              <a:solidFill>
                <a:srgbClr val="717273"/>
              </a:solidFill>
            </p:spPr>
          </p:sp>
        </p:grpSp>
        <p:grpSp>
          <p:nvGrpSpPr>
            <p:cNvPr name="Group 35" id="35"/>
            <p:cNvGrpSpPr/>
            <p:nvPr/>
          </p:nvGrpSpPr>
          <p:grpSpPr>
            <a:xfrm rot="0">
              <a:off x="0" y="914400"/>
              <a:ext cx="457200" cy="457200"/>
              <a:chOff x="0" y="0"/>
              <a:chExt cx="1913890" cy="1913890"/>
            </a:xfrm>
          </p:grpSpPr>
          <p:sp>
            <p:nvSpPr>
              <p:cNvPr name="Freeform 36" id="36"/>
              <p:cNvSpPr/>
              <p:nvPr/>
            </p:nvSpPr>
            <p:spPr>
              <a:xfrm flipH="false" flipV="false" rot="0">
                <a:off x="0" y="0"/>
                <a:ext cx="1913890" cy="1913890"/>
              </a:xfrm>
              <a:custGeom>
                <a:avLst/>
                <a:gdLst/>
                <a:ahLst/>
                <a:cxnLst/>
                <a:rect r="r" b="b" t="t" l="l"/>
                <a:pathLst>
                  <a:path h="1913890" w="1913890">
                    <a:moveTo>
                      <a:pt x="0" y="0"/>
                    </a:moveTo>
                    <a:lnTo>
                      <a:pt x="1913890" y="0"/>
                    </a:lnTo>
                    <a:lnTo>
                      <a:pt x="1913890" y="1913890"/>
                    </a:lnTo>
                    <a:lnTo>
                      <a:pt x="0" y="191389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</p:grpSp>
      <p:sp>
        <p:nvSpPr>
          <p:cNvPr name="Freeform 37" id="37"/>
          <p:cNvSpPr/>
          <p:nvPr/>
        </p:nvSpPr>
        <p:spPr>
          <a:xfrm flipH="false" flipV="false" rot="0">
            <a:off x="9952245" y="1456701"/>
            <a:ext cx="7400509" cy="7373598"/>
          </a:xfrm>
          <a:custGeom>
            <a:avLst/>
            <a:gdLst/>
            <a:ahLst/>
            <a:cxnLst/>
            <a:rect r="r" b="b" t="t" l="l"/>
            <a:pathLst>
              <a:path h="7373598" w="7400509">
                <a:moveTo>
                  <a:pt x="0" y="0"/>
                </a:moveTo>
                <a:lnTo>
                  <a:pt x="7400509" y="0"/>
                </a:lnTo>
                <a:lnTo>
                  <a:pt x="7400509" y="7373598"/>
                </a:lnTo>
                <a:lnTo>
                  <a:pt x="0" y="73735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945100" y="0"/>
            <a:ext cx="342900" cy="1028700"/>
            <a:chOff x="0" y="0"/>
            <a:chExt cx="457200" cy="1371600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457200" cy="457200"/>
              <a:chOff x="0" y="0"/>
              <a:chExt cx="1913890" cy="191389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1913890" cy="1913890"/>
              </a:xfrm>
              <a:custGeom>
                <a:avLst/>
                <a:gdLst/>
                <a:ahLst/>
                <a:cxnLst/>
                <a:rect r="r" b="b" t="t" l="l"/>
                <a:pathLst>
                  <a:path h="1913890" w="1913890">
                    <a:moveTo>
                      <a:pt x="0" y="0"/>
                    </a:moveTo>
                    <a:lnTo>
                      <a:pt x="1913890" y="0"/>
                    </a:lnTo>
                    <a:lnTo>
                      <a:pt x="1913890" y="1913890"/>
                    </a:lnTo>
                    <a:lnTo>
                      <a:pt x="0" y="1913890"/>
                    </a:lnTo>
                    <a:close/>
                  </a:path>
                </a:pathLst>
              </a:custGeom>
              <a:solidFill>
                <a:srgbClr val="A5F951"/>
              </a:solidFill>
            </p:spPr>
          </p:sp>
        </p:grpSp>
        <p:grpSp>
          <p:nvGrpSpPr>
            <p:cNvPr name="Group 5" id="5"/>
            <p:cNvGrpSpPr/>
            <p:nvPr/>
          </p:nvGrpSpPr>
          <p:grpSpPr>
            <a:xfrm rot="0">
              <a:off x="0" y="457200"/>
              <a:ext cx="457200" cy="457200"/>
              <a:chOff x="0" y="0"/>
              <a:chExt cx="1913890" cy="1913890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1913890" cy="1913890"/>
              </a:xfrm>
              <a:custGeom>
                <a:avLst/>
                <a:gdLst/>
                <a:ahLst/>
                <a:cxnLst/>
                <a:rect r="r" b="b" t="t" l="l"/>
                <a:pathLst>
                  <a:path h="1913890" w="1913890">
                    <a:moveTo>
                      <a:pt x="0" y="0"/>
                    </a:moveTo>
                    <a:lnTo>
                      <a:pt x="1913890" y="0"/>
                    </a:lnTo>
                    <a:lnTo>
                      <a:pt x="1913890" y="1913890"/>
                    </a:lnTo>
                    <a:lnTo>
                      <a:pt x="0" y="1913890"/>
                    </a:lnTo>
                    <a:close/>
                  </a:path>
                </a:pathLst>
              </a:custGeom>
              <a:solidFill>
                <a:srgbClr val="717273"/>
              </a:solidFill>
            </p:spPr>
          </p:sp>
        </p:grpSp>
        <p:grpSp>
          <p:nvGrpSpPr>
            <p:cNvPr name="Group 7" id="7"/>
            <p:cNvGrpSpPr/>
            <p:nvPr/>
          </p:nvGrpSpPr>
          <p:grpSpPr>
            <a:xfrm rot="0">
              <a:off x="0" y="914400"/>
              <a:ext cx="457200" cy="457200"/>
              <a:chOff x="0" y="0"/>
              <a:chExt cx="1913890" cy="191389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1913890" cy="1913890"/>
              </a:xfrm>
              <a:custGeom>
                <a:avLst/>
                <a:gdLst/>
                <a:ahLst/>
                <a:cxnLst/>
                <a:rect r="r" b="b" t="t" l="l"/>
                <a:pathLst>
                  <a:path h="1913890" w="1913890">
                    <a:moveTo>
                      <a:pt x="0" y="0"/>
                    </a:moveTo>
                    <a:lnTo>
                      <a:pt x="1913890" y="0"/>
                    </a:lnTo>
                    <a:lnTo>
                      <a:pt x="1913890" y="1913890"/>
                    </a:lnTo>
                    <a:lnTo>
                      <a:pt x="0" y="191389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</p:grpSp>
      <p:grpSp>
        <p:nvGrpSpPr>
          <p:cNvPr name="Group 9" id="9"/>
          <p:cNvGrpSpPr/>
          <p:nvPr/>
        </p:nvGrpSpPr>
        <p:grpSpPr>
          <a:xfrm rot="-5400000">
            <a:off x="1028700" y="9258300"/>
            <a:ext cx="342900" cy="342900"/>
            <a:chOff x="0" y="0"/>
            <a:chExt cx="1913890" cy="191389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913890" cy="1913890"/>
            </a:xfrm>
            <a:custGeom>
              <a:avLst/>
              <a:gdLst/>
              <a:ahLst/>
              <a:cxnLst/>
              <a:rect r="r" b="b" t="t" l="l"/>
              <a:pathLst>
                <a:path h="1913890" w="1913890">
                  <a:moveTo>
                    <a:pt x="0" y="0"/>
                  </a:moveTo>
                  <a:lnTo>
                    <a:pt x="1913890" y="0"/>
                  </a:lnTo>
                  <a:lnTo>
                    <a:pt x="1913890" y="1913890"/>
                  </a:lnTo>
                  <a:lnTo>
                    <a:pt x="0" y="1913890"/>
                  </a:lnTo>
                  <a:close/>
                </a:path>
              </a:pathLst>
            </a:custGeom>
            <a:solidFill>
              <a:srgbClr val="A5F951"/>
            </a:solidFill>
          </p:spPr>
        </p:sp>
      </p:grpSp>
      <p:grpSp>
        <p:nvGrpSpPr>
          <p:cNvPr name="Group 11" id="11"/>
          <p:cNvGrpSpPr/>
          <p:nvPr/>
        </p:nvGrpSpPr>
        <p:grpSpPr>
          <a:xfrm rot="-5400000">
            <a:off x="1371600" y="9258300"/>
            <a:ext cx="342900" cy="342900"/>
            <a:chOff x="0" y="0"/>
            <a:chExt cx="1913890" cy="191389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913890" cy="1913890"/>
            </a:xfrm>
            <a:custGeom>
              <a:avLst/>
              <a:gdLst/>
              <a:ahLst/>
              <a:cxnLst/>
              <a:rect r="r" b="b" t="t" l="l"/>
              <a:pathLst>
                <a:path h="1913890" w="1913890">
                  <a:moveTo>
                    <a:pt x="0" y="0"/>
                  </a:moveTo>
                  <a:lnTo>
                    <a:pt x="1913890" y="0"/>
                  </a:lnTo>
                  <a:lnTo>
                    <a:pt x="1913890" y="1913890"/>
                  </a:lnTo>
                  <a:lnTo>
                    <a:pt x="0" y="1913890"/>
                  </a:lnTo>
                  <a:close/>
                </a:path>
              </a:pathLst>
            </a:custGeom>
            <a:solidFill>
              <a:srgbClr val="717273"/>
            </a:solidFill>
          </p:spPr>
        </p:sp>
      </p:grpSp>
      <p:grpSp>
        <p:nvGrpSpPr>
          <p:cNvPr name="Group 13" id="13"/>
          <p:cNvGrpSpPr/>
          <p:nvPr/>
        </p:nvGrpSpPr>
        <p:grpSpPr>
          <a:xfrm rot="-5400000">
            <a:off x="1714500" y="9258300"/>
            <a:ext cx="342900" cy="342900"/>
            <a:chOff x="0" y="0"/>
            <a:chExt cx="1913890" cy="191389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913890" cy="1913890"/>
            </a:xfrm>
            <a:custGeom>
              <a:avLst/>
              <a:gdLst/>
              <a:ahLst/>
              <a:cxnLst/>
              <a:rect r="r" b="b" t="t" l="l"/>
              <a:pathLst>
                <a:path h="1913890" w="1913890">
                  <a:moveTo>
                    <a:pt x="0" y="0"/>
                  </a:moveTo>
                  <a:lnTo>
                    <a:pt x="1913890" y="0"/>
                  </a:lnTo>
                  <a:lnTo>
                    <a:pt x="1913890" y="1913890"/>
                  </a:lnTo>
                  <a:lnTo>
                    <a:pt x="0" y="191389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028700" y="5086350"/>
            <a:ext cx="6352371" cy="3756296"/>
            <a:chOff x="0" y="0"/>
            <a:chExt cx="8469828" cy="5008395"/>
          </a:xfrm>
        </p:grpSpPr>
        <p:grpSp>
          <p:nvGrpSpPr>
            <p:cNvPr name="Group 16" id="16"/>
            <p:cNvGrpSpPr/>
            <p:nvPr/>
          </p:nvGrpSpPr>
          <p:grpSpPr>
            <a:xfrm rot="0">
              <a:off x="0" y="0"/>
              <a:ext cx="8469828" cy="5008395"/>
              <a:chOff x="0" y="0"/>
              <a:chExt cx="3472874" cy="2061843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3472874" cy="2061843"/>
              </a:xfrm>
              <a:custGeom>
                <a:avLst/>
                <a:gdLst/>
                <a:ahLst/>
                <a:cxnLst/>
                <a:rect r="r" b="b" t="t" l="l"/>
                <a:pathLst>
                  <a:path h="2061843" w="3472874">
                    <a:moveTo>
                      <a:pt x="3348414" y="2061843"/>
                    </a:moveTo>
                    <a:lnTo>
                      <a:pt x="124460" y="2061843"/>
                    </a:lnTo>
                    <a:cubicBezTo>
                      <a:pt x="55880" y="2061843"/>
                      <a:pt x="0" y="2005963"/>
                      <a:pt x="0" y="1937383"/>
                    </a:cubicBezTo>
                    <a:lnTo>
                      <a:pt x="0" y="124460"/>
                    </a:lnTo>
                    <a:cubicBezTo>
                      <a:pt x="0" y="55880"/>
                      <a:pt x="55880" y="0"/>
                      <a:pt x="124460" y="0"/>
                    </a:cubicBezTo>
                    <a:lnTo>
                      <a:pt x="3348414" y="0"/>
                    </a:lnTo>
                    <a:cubicBezTo>
                      <a:pt x="3416994" y="0"/>
                      <a:pt x="3472874" y="55880"/>
                      <a:pt x="3472874" y="124460"/>
                    </a:cubicBezTo>
                    <a:lnTo>
                      <a:pt x="3472874" y="1937383"/>
                    </a:lnTo>
                    <a:cubicBezTo>
                      <a:pt x="3472874" y="2005963"/>
                      <a:pt x="3416994" y="2061843"/>
                      <a:pt x="3348414" y="2061843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sp>
          <p:nvSpPr>
            <p:cNvPr name="Freeform 18" id="18"/>
            <p:cNvSpPr/>
            <p:nvPr/>
          </p:nvSpPr>
          <p:spPr>
            <a:xfrm flipH="false" flipV="false" rot="0">
              <a:off x="331347" y="465899"/>
              <a:ext cx="892435" cy="953838"/>
            </a:xfrm>
            <a:custGeom>
              <a:avLst/>
              <a:gdLst/>
              <a:ahLst/>
              <a:cxnLst/>
              <a:rect r="r" b="b" t="t" l="l"/>
              <a:pathLst>
                <a:path h="953838" w="892435">
                  <a:moveTo>
                    <a:pt x="0" y="0"/>
                  </a:moveTo>
                  <a:lnTo>
                    <a:pt x="892435" y="0"/>
                  </a:lnTo>
                  <a:lnTo>
                    <a:pt x="892435" y="953838"/>
                  </a:lnTo>
                  <a:lnTo>
                    <a:pt x="0" y="9538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19" id="19"/>
            <p:cNvSpPr/>
            <p:nvPr/>
          </p:nvSpPr>
          <p:spPr>
            <a:xfrm flipH="false" flipV="false" rot="2700000">
              <a:off x="289030" y="2171802"/>
              <a:ext cx="977069" cy="977069"/>
            </a:xfrm>
            <a:custGeom>
              <a:avLst/>
              <a:gdLst/>
              <a:ahLst/>
              <a:cxnLst/>
              <a:rect r="r" b="b" t="t" l="l"/>
              <a:pathLst>
                <a:path h="977069" w="977069">
                  <a:moveTo>
                    <a:pt x="0" y="0"/>
                  </a:moveTo>
                  <a:lnTo>
                    <a:pt x="977069" y="0"/>
                  </a:lnTo>
                  <a:lnTo>
                    <a:pt x="977069" y="977068"/>
                  </a:lnTo>
                  <a:lnTo>
                    <a:pt x="0" y="9770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 rot="0">
              <a:off x="1655447" y="3817847"/>
              <a:ext cx="6346086" cy="6877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100"/>
                </a:lnSpc>
                <a:spcBef>
                  <a:spcPct val="0"/>
                </a:spcBef>
              </a:pPr>
              <a:r>
                <a:rPr lang="en-US" b="true" sz="1400" u="none">
                  <a:solidFill>
                    <a:srgbClr val="000000"/>
                  </a:solidFill>
                  <a:latin typeface="Ruda Bold"/>
                  <a:ea typeface="Ruda Bold"/>
                  <a:cs typeface="Ruda Bold"/>
                  <a:sym typeface="Ruda Bold"/>
                </a:rPr>
                <a:t>Kindly delete this note after editing this page. </a:t>
              </a:r>
            </a:p>
            <a:p>
              <a:pPr algn="l" marL="0" indent="0" lvl="0">
                <a:lnSpc>
                  <a:spcPts val="2100"/>
                </a:lnSpc>
                <a:spcBef>
                  <a:spcPct val="0"/>
                </a:spcBef>
              </a:pPr>
              <a:r>
                <a:rPr lang="en-US" b="true" sz="1400" u="none">
                  <a:solidFill>
                    <a:srgbClr val="000000"/>
                  </a:solidFill>
                  <a:latin typeface="Ruda Bold"/>
                  <a:ea typeface="Ruda Bold"/>
                  <a:cs typeface="Ruda Bold"/>
                  <a:sym typeface="Ruda Bold"/>
                </a:rPr>
                <a:t>Thank you!</a:t>
              </a:r>
            </a:p>
          </p:txBody>
        </p:sp>
        <p:sp>
          <p:nvSpPr>
            <p:cNvPr name="TextBox 21" id="21"/>
            <p:cNvSpPr txBox="true"/>
            <p:nvPr/>
          </p:nvSpPr>
          <p:spPr>
            <a:xfrm rot="0">
              <a:off x="1655447" y="829698"/>
              <a:ext cx="6355277" cy="21101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400">
                  <a:solidFill>
                    <a:srgbClr val="000000"/>
                  </a:solidFill>
                  <a:latin typeface="Ruda"/>
                  <a:ea typeface="Ruda"/>
                  <a:cs typeface="Ruda"/>
                  <a:sym typeface="Ruda"/>
                </a:rPr>
                <a:t>Tip: Use links to go to a different page inside your presentation. Links work best for pages like this one!</a:t>
              </a:r>
            </a:p>
            <a:p>
              <a:pPr algn="l">
                <a:lnSpc>
                  <a:spcPts val="2100"/>
                </a:lnSpc>
              </a:pPr>
            </a:p>
            <a:p>
              <a:pPr algn="l">
                <a:lnSpc>
                  <a:spcPts val="2100"/>
                </a:lnSpc>
              </a:pPr>
              <a:r>
                <a:rPr lang="en-US" sz="1400">
                  <a:solidFill>
                    <a:srgbClr val="000000"/>
                  </a:solidFill>
                  <a:latin typeface="Ruda"/>
                  <a:ea typeface="Ruda"/>
                  <a:cs typeface="Ruda"/>
                  <a:sym typeface="Ruda"/>
                </a:rPr>
                <a:t>How: Highlight text, click on the link symbol on the toolbar, and select the page in your presentation that you</a:t>
              </a:r>
            </a:p>
            <a:p>
              <a:pPr algn="l" marL="0" indent="0" lvl="0">
                <a:lnSpc>
                  <a:spcPts val="2100"/>
                </a:lnSpc>
                <a:spcBef>
                  <a:spcPct val="0"/>
                </a:spcBef>
              </a:pPr>
              <a:r>
                <a:rPr lang="en-US" sz="1400">
                  <a:solidFill>
                    <a:srgbClr val="000000"/>
                  </a:solidFill>
                  <a:latin typeface="Ruda"/>
                  <a:ea typeface="Ruda"/>
                  <a:cs typeface="Ruda"/>
                  <a:sym typeface="Ruda"/>
                </a:rPr>
                <a:t>want to connect.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028700" y="2440363"/>
            <a:ext cx="6592629" cy="2211660"/>
            <a:chOff x="0" y="0"/>
            <a:chExt cx="8790172" cy="2948881"/>
          </a:xfrm>
        </p:grpSpPr>
        <p:sp>
          <p:nvSpPr>
            <p:cNvPr name="TextBox 23" id="23"/>
            <p:cNvSpPr txBox="true"/>
            <p:nvPr/>
          </p:nvSpPr>
          <p:spPr>
            <a:xfrm rot="0">
              <a:off x="0" y="276225"/>
              <a:ext cx="8790172" cy="17534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9135"/>
                </a:lnSpc>
              </a:pPr>
              <a:r>
                <a:rPr lang="en-US" sz="10039" u="none">
                  <a:solidFill>
                    <a:srgbClr val="A5F951"/>
                  </a:solidFill>
                  <a:latin typeface="Staatliches"/>
                  <a:ea typeface="Staatliches"/>
                  <a:cs typeface="Staatliches"/>
                  <a:sym typeface="Staatliches"/>
                </a:rPr>
                <a:t>Agenda</a:t>
              </a:r>
            </a:p>
          </p:txBody>
        </p:sp>
        <p:sp>
          <p:nvSpPr>
            <p:cNvPr name="TextBox 24" id="24"/>
            <p:cNvSpPr txBox="true"/>
            <p:nvPr/>
          </p:nvSpPr>
          <p:spPr>
            <a:xfrm rot="0">
              <a:off x="0" y="2527749"/>
              <a:ext cx="4948880" cy="42113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583"/>
                </a:lnSpc>
              </a:pPr>
              <a:r>
                <a:rPr lang="en-US" sz="2100" spc="48" u="none">
                  <a:solidFill>
                    <a:srgbClr val="FFFFFF"/>
                  </a:solidFill>
                  <a:latin typeface="Ruda"/>
                  <a:ea typeface="Ruda"/>
                  <a:cs typeface="Ruda"/>
                  <a:sym typeface="Ruda"/>
                </a:rPr>
                <a:t>Topics Covered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8586252" y="2440363"/>
            <a:ext cx="8673048" cy="5291975"/>
            <a:chOff x="0" y="0"/>
            <a:chExt cx="11564064" cy="7055966"/>
          </a:xfrm>
        </p:grpSpPr>
        <p:sp>
          <p:nvSpPr>
            <p:cNvPr name="TextBox 26" id="26"/>
            <p:cNvSpPr txBox="true"/>
            <p:nvPr/>
          </p:nvSpPr>
          <p:spPr>
            <a:xfrm rot="0">
              <a:off x="0" y="209550"/>
              <a:ext cx="11564064" cy="124827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6480"/>
                </a:lnSpc>
              </a:pPr>
              <a:r>
                <a:rPr lang="en-US" sz="7200" u="sng">
                  <a:solidFill>
                    <a:srgbClr val="A5F951"/>
                  </a:solidFill>
                  <a:latin typeface="Staatliches"/>
                  <a:ea typeface="Staatliches"/>
                  <a:cs typeface="Staatliches"/>
                  <a:sym typeface="Staatliches"/>
                  <a:hlinkClick r:id="rId5" action="ppaction://hlinksldjump"/>
                </a:rPr>
                <a:t>Topic 1</a:t>
              </a:r>
            </a:p>
          </p:txBody>
        </p:sp>
        <p:sp>
          <p:nvSpPr>
            <p:cNvPr name="TextBox 27" id="27"/>
            <p:cNvSpPr txBox="true"/>
            <p:nvPr/>
          </p:nvSpPr>
          <p:spPr>
            <a:xfrm rot="0">
              <a:off x="0" y="2075596"/>
              <a:ext cx="11564064" cy="124827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6480"/>
                </a:lnSpc>
              </a:pPr>
              <a:r>
                <a:rPr lang="en-US" sz="7200" u="sng">
                  <a:solidFill>
                    <a:srgbClr val="A5F951"/>
                  </a:solidFill>
                  <a:latin typeface="Staatliches"/>
                  <a:ea typeface="Staatliches"/>
                  <a:cs typeface="Staatliches"/>
                  <a:sym typeface="Staatliches"/>
                  <a:hlinkClick r:id="rId6" action="ppaction://hlinksldjump"/>
                </a:rPr>
                <a:t>Topic 2</a:t>
              </a:r>
            </a:p>
          </p:txBody>
        </p:sp>
        <p:sp>
          <p:nvSpPr>
            <p:cNvPr name="TextBox 28" id="28"/>
            <p:cNvSpPr txBox="true"/>
            <p:nvPr/>
          </p:nvSpPr>
          <p:spPr>
            <a:xfrm rot="0">
              <a:off x="0" y="3941642"/>
              <a:ext cx="11564064" cy="124827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6480"/>
                </a:lnSpc>
              </a:pPr>
              <a:r>
                <a:rPr lang="en-US" sz="7200" u="sng">
                  <a:solidFill>
                    <a:srgbClr val="A5F951"/>
                  </a:solidFill>
                  <a:latin typeface="Staatliches"/>
                  <a:ea typeface="Staatliches"/>
                  <a:cs typeface="Staatliches"/>
                  <a:sym typeface="Staatliches"/>
                  <a:hlinkClick r:id="rId7" action="ppaction://hlinksldjump"/>
                </a:rPr>
                <a:t>Topic 3</a:t>
              </a:r>
            </a:p>
          </p:txBody>
        </p:sp>
        <p:sp>
          <p:nvSpPr>
            <p:cNvPr name="TextBox 29" id="29"/>
            <p:cNvSpPr txBox="true"/>
            <p:nvPr/>
          </p:nvSpPr>
          <p:spPr>
            <a:xfrm rot="0">
              <a:off x="0" y="5807689"/>
              <a:ext cx="11564064" cy="124827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6480"/>
                </a:lnSpc>
              </a:pPr>
              <a:r>
                <a:rPr lang="en-US" sz="7200" u="sng">
                  <a:solidFill>
                    <a:srgbClr val="A5F951"/>
                  </a:solidFill>
                  <a:latin typeface="Staatliches"/>
                  <a:ea typeface="Staatliches"/>
                  <a:cs typeface="Staatliches"/>
                  <a:sym typeface="Staatliches"/>
                  <a:hlinkClick r:id="rId8" action="ppaction://hlinksldjump"/>
                </a:rPr>
                <a:t>Topic 4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13886205" y="5564444"/>
            <a:ext cx="8117791" cy="8073512"/>
          </a:xfrm>
          <a:custGeom>
            <a:avLst/>
            <a:gdLst/>
            <a:ahLst/>
            <a:cxnLst/>
            <a:rect r="r" b="b" t="t" l="l"/>
            <a:pathLst>
              <a:path h="8073512" w="8117791">
                <a:moveTo>
                  <a:pt x="8117790" y="8073512"/>
                </a:moveTo>
                <a:lnTo>
                  <a:pt x="0" y="8073512"/>
                </a:lnTo>
                <a:lnTo>
                  <a:pt x="0" y="0"/>
                </a:lnTo>
                <a:lnTo>
                  <a:pt x="8117790" y="0"/>
                </a:lnTo>
                <a:lnTo>
                  <a:pt x="8117790" y="8073512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3076143" y="-2452097"/>
            <a:ext cx="7871085" cy="7828152"/>
          </a:xfrm>
          <a:custGeom>
            <a:avLst/>
            <a:gdLst/>
            <a:ahLst/>
            <a:cxnLst/>
            <a:rect r="r" b="b" t="t" l="l"/>
            <a:pathLst>
              <a:path h="7828152" w="7871085">
                <a:moveTo>
                  <a:pt x="0" y="0"/>
                </a:moveTo>
                <a:lnTo>
                  <a:pt x="7871085" y="0"/>
                </a:lnTo>
                <a:lnTo>
                  <a:pt x="7871085" y="7828151"/>
                </a:lnTo>
                <a:lnTo>
                  <a:pt x="0" y="78281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242556" y="3482413"/>
            <a:ext cx="11218273" cy="12460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135"/>
              </a:lnSpc>
            </a:pPr>
            <a:r>
              <a:rPr lang="en-US" sz="10039" u="none">
                <a:solidFill>
                  <a:srgbClr val="A5F951"/>
                </a:solidFill>
                <a:latin typeface="Staatliches"/>
                <a:ea typeface="Staatliches"/>
                <a:cs typeface="Staatliches"/>
                <a:sym typeface="Staatliches"/>
              </a:rPr>
              <a:t>Add a section header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7945100" y="0"/>
            <a:ext cx="342900" cy="1028700"/>
            <a:chOff x="0" y="0"/>
            <a:chExt cx="457200" cy="1371600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0"/>
              <a:ext cx="457200" cy="457200"/>
              <a:chOff x="0" y="0"/>
              <a:chExt cx="1913890" cy="191389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1913890" cy="1913890"/>
              </a:xfrm>
              <a:custGeom>
                <a:avLst/>
                <a:gdLst/>
                <a:ahLst/>
                <a:cxnLst/>
                <a:rect r="r" b="b" t="t" l="l"/>
                <a:pathLst>
                  <a:path h="1913890" w="1913890">
                    <a:moveTo>
                      <a:pt x="0" y="0"/>
                    </a:moveTo>
                    <a:lnTo>
                      <a:pt x="1913890" y="0"/>
                    </a:lnTo>
                    <a:lnTo>
                      <a:pt x="1913890" y="1913890"/>
                    </a:lnTo>
                    <a:lnTo>
                      <a:pt x="0" y="1913890"/>
                    </a:lnTo>
                    <a:close/>
                  </a:path>
                </a:pathLst>
              </a:custGeom>
              <a:solidFill>
                <a:srgbClr val="A5F951"/>
              </a:solidFill>
            </p:spPr>
          </p:sp>
        </p:grpSp>
        <p:grpSp>
          <p:nvGrpSpPr>
            <p:cNvPr name="Group 8" id="8"/>
            <p:cNvGrpSpPr/>
            <p:nvPr/>
          </p:nvGrpSpPr>
          <p:grpSpPr>
            <a:xfrm rot="0">
              <a:off x="0" y="457200"/>
              <a:ext cx="457200" cy="457200"/>
              <a:chOff x="0" y="0"/>
              <a:chExt cx="1913890" cy="1913890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1913890" cy="1913890"/>
              </a:xfrm>
              <a:custGeom>
                <a:avLst/>
                <a:gdLst/>
                <a:ahLst/>
                <a:cxnLst/>
                <a:rect r="r" b="b" t="t" l="l"/>
                <a:pathLst>
                  <a:path h="1913890" w="1913890">
                    <a:moveTo>
                      <a:pt x="0" y="0"/>
                    </a:moveTo>
                    <a:lnTo>
                      <a:pt x="1913890" y="0"/>
                    </a:lnTo>
                    <a:lnTo>
                      <a:pt x="1913890" y="1913890"/>
                    </a:lnTo>
                    <a:lnTo>
                      <a:pt x="0" y="1913890"/>
                    </a:lnTo>
                    <a:close/>
                  </a:path>
                </a:pathLst>
              </a:custGeom>
              <a:solidFill>
                <a:srgbClr val="717273"/>
              </a:solidFill>
            </p:spPr>
          </p:sp>
        </p:grpSp>
        <p:grpSp>
          <p:nvGrpSpPr>
            <p:cNvPr name="Group 10" id="10"/>
            <p:cNvGrpSpPr/>
            <p:nvPr/>
          </p:nvGrpSpPr>
          <p:grpSpPr>
            <a:xfrm rot="0">
              <a:off x="0" y="914400"/>
              <a:ext cx="457200" cy="457200"/>
              <a:chOff x="0" y="0"/>
              <a:chExt cx="1913890" cy="191389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1913890" cy="1913890"/>
              </a:xfrm>
              <a:custGeom>
                <a:avLst/>
                <a:gdLst/>
                <a:ahLst/>
                <a:cxnLst/>
                <a:rect r="r" b="b" t="t" l="l"/>
                <a:pathLst>
                  <a:path h="1913890" w="1913890">
                    <a:moveTo>
                      <a:pt x="0" y="0"/>
                    </a:moveTo>
                    <a:lnTo>
                      <a:pt x="1913890" y="0"/>
                    </a:lnTo>
                    <a:lnTo>
                      <a:pt x="1913890" y="1913890"/>
                    </a:lnTo>
                    <a:lnTo>
                      <a:pt x="0" y="191389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</p:grpSp>
      <p:grpSp>
        <p:nvGrpSpPr>
          <p:cNvPr name="Group 12" id="12"/>
          <p:cNvGrpSpPr/>
          <p:nvPr/>
        </p:nvGrpSpPr>
        <p:grpSpPr>
          <a:xfrm rot="0">
            <a:off x="3022264" y="3443447"/>
            <a:ext cx="342900" cy="1028700"/>
            <a:chOff x="0" y="0"/>
            <a:chExt cx="457200" cy="1371600"/>
          </a:xfrm>
        </p:grpSpPr>
        <p:grpSp>
          <p:nvGrpSpPr>
            <p:cNvPr name="Group 13" id="13"/>
            <p:cNvGrpSpPr/>
            <p:nvPr/>
          </p:nvGrpSpPr>
          <p:grpSpPr>
            <a:xfrm rot="0">
              <a:off x="0" y="0"/>
              <a:ext cx="457200" cy="457200"/>
              <a:chOff x="0" y="0"/>
              <a:chExt cx="1913890" cy="1913890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1913890" cy="1913890"/>
              </a:xfrm>
              <a:custGeom>
                <a:avLst/>
                <a:gdLst/>
                <a:ahLst/>
                <a:cxnLst/>
                <a:rect r="r" b="b" t="t" l="l"/>
                <a:pathLst>
                  <a:path h="1913890" w="1913890">
                    <a:moveTo>
                      <a:pt x="0" y="0"/>
                    </a:moveTo>
                    <a:lnTo>
                      <a:pt x="1913890" y="0"/>
                    </a:lnTo>
                    <a:lnTo>
                      <a:pt x="1913890" y="1913890"/>
                    </a:lnTo>
                    <a:lnTo>
                      <a:pt x="0" y="1913890"/>
                    </a:lnTo>
                    <a:close/>
                  </a:path>
                </a:pathLst>
              </a:custGeom>
              <a:solidFill>
                <a:srgbClr val="A5F951"/>
              </a:solidFill>
            </p:spPr>
          </p:sp>
        </p:grpSp>
        <p:grpSp>
          <p:nvGrpSpPr>
            <p:cNvPr name="Group 15" id="15"/>
            <p:cNvGrpSpPr/>
            <p:nvPr/>
          </p:nvGrpSpPr>
          <p:grpSpPr>
            <a:xfrm rot="0">
              <a:off x="0" y="457200"/>
              <a:ext cx="457200" cy="457200"/>
              <a:chOff x="0" y="0"/>
              <a:chExt cx="1913890" cy="191389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1913890" cy="1913890"/>
              </a:xfrm>
              <a:custGeom>
                <a:avLst/>
                <a:gdLst/>
                <a:ahLst/>
                <a:cxnLst/>
                <a:rect r="r" b="b" t="t" l="l"/>
                <a:pathLst>
                  <a:path h="1913890" w="1913890">
                    <a:moveTo>
                      <a:pt x="0" y="0"/>
                    </a:moveTo>
                    <a:lnTo>
                      <a:pt x="1913890" y="0"/>
                    </a:lnTo>
                    <a:lnTo>
                      <a:pt x="1913890" y="1913890"/>
                    </a:lnTo>
                    <a:lnTo>
                      <a:pt x="0" y="1913890"/>
                    </a:lnTo>
                    <a:close/>
                  </a:path>
                </a:pathLst>
              </a:custGeom>
              <a:solidFill>
                <a:srgbClr val="717273"/>
              </a:solidFill>
            </p:spPr>
          </p:sp>
        </p:grpSp>
        <p:grpSp>
          <p:nvGrpSpPr>
            <p:cNvPr name="Group 17" id="17"/>
            <p:cNvGrpSpPr/>
            <p:nvPr/>
          </p:nvGrpSpPr>
          <p:grpSpPr>
            <a:xfrm rot="0">
              <a:off x="0" y="914400"/>
              <a:ext cx="457200" cy="457200"/>
              <a:chOff x="0" y="0"/>
              <a:chExt cx="1913890" cy="1913890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1913890" cy="1913890"/>
              </a:xfrm>
              <a:custGeom>
                <a:avLst/>
                <a:gdLst/>
                <a:ahLst/>
                <a:cxnLst/>
                <a:rect r="r" b="b" t="t" l="l"/>
                <a:pathLst>
                  <a:path h="1913890" w="1913890">
                    <a:moveTo>
                      <a:pt x="0" y="0"/>
                    </a:moveTo>
                    <a:lnTo>
                      <a:pt x="1913890" y="0"/>
                    </a:lnTo>
                    <a:lnTo>
                      <a:pt x="1913890" y="1913890"/>
                    </a:lnTo>
                    <a:lnTo>
                      <a:pt x="0" y="191389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</p:grpSp>
      <p:grpSp>
        <p:nvGrpSpPr>
          <p:cNvPr name="Group 19" id="19"/>
          <p:cNvGrpSpPr/>
          <p:nvPr/>
        </p:nvGrpSpPr>
        <p:grpSpPr>
          <a:xfrm rot="-5400000">
            <a:off x="1371600" y="8915400"/>
            <a:ext cx="342900" cy="1028700"/>
            <a:chOff x="0" y="0"/>
            <a:chExt cx="457200" cy="1371600"/>
          </a:xfrm>
        </p:grpSpPr>
        <p:grpSp>
          <p:nvGrpSpPr>
            <p:cNvPr name="Group 20" id="20"/>
            <p:cNvGrpSpPr/>
            <p:nvPr/>
          </p:nvGrpSpPr>
          <p:grpSpPr>
            <a:xfrm rot="0">
              <a:off x="0" y="0"/>
              <a:ext cx="457200" cy="457200"/>
              <a:chOff x="0" y="0"/>
              <a:chExt cx="1913890" cy="1913890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1913890" cy="1913890"/>
              </a:xfrm>
              <a:custGeom>
                <a:avLst/>
                <a:gdLst/>
                <a:ahLst/>
                <a:cxnLst/>
                <a:rect r="r" b="b" t="t" l="l"/>
                <a:pathLst>
                  <a:path h="1913890" w="1913890">
                    <a:moveTo>
                      <a:pt x="0" y="0"/>
                    </a:moveTo>
                    <a:lnTo>
                      <a:pt x="1913890" y="0"/>
                    </a:lnTo>
                    <a:lnTo>
                      <a:pt x="1913890" y="1913890"/>
                    </a:lnTo>
                    <a:lnTo>
                      <a:pt x="0" y="1913890"/>
                    </a:lnTo>
                    <a:close/>
                  </a:path>
                </a:pathLst>
              </a:custGeom>
              <a:solidFill>
                <a:srgbClr val="A5F951"/>
              </a:solidFill>
            </p:spPr>
          </p:sp>
        </p:grpSp>
        <p:grpSp>
          <p:nvGrpSpPr>
            <p:cNvPr name="Group 22" id="22"/>
            <p:cNvGrpSpPr/>
            <p:nvPr/>
          </p:nvGrpSpPr>
          <p:grpSpPr>
            <a:xfrm rot="0">
              <a:off x="0" y="457200"/>
              <a:ext cx="457200" cy="457200"/>
              <a:chOff x="0" y="0"/>
              <a:chExt cx="1913890" cy="1913890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1913890" cy="1913890"/>
              </a:xfrm>
              <a:custGeom>
                <a:avLst/>
                <a:gdLst/>
                <a:ahLst/>
                <a:cxnLst/>
                <a:rect r="r" b="b" t="t" l="l"/>
                <a:pathLst>
                  <a:path h="1913890" w="1913890">
                    <a:moveTo>
                      <a:pt x="0" y="0"/>
                    </a:moveTo>
                    <a:lnTo>
                      <a:pt x="1913890" y="0"/>
                    </a:lnTo>
                    <a:lnTo>
                      <a:pt x="1913890" y="1913890"/>
                    </a:lnTo>
                    <a:lnTo>
                      <a:pt x="0" y="1913890"/>
                    </a:lnTo>
                    <a:close/>
                  </a:path>
                </a:pathLst>
              </a:custGeom>
              <a:solidFill>
                <a:srgbClr val="717273"/>
              </a:solidFill>
            </p:spPr>
          </p:sp>
        </p:grpSp>
        <p:grpSp>
          <p:nvGrpSpPr>
            <p:cNvPr name="Group 24" id="24"/>
            <p:cNvGrpSpPr/>
            <p:nvPr/>
          </p:nvGrpSpPr>
          <p:grpSpPr>
            <a:xfrm rot="0">
              <a:off x="0" y="914400"/>
              <a:ext cx="457200" cy="457200"/>
              <a:chOff x="0" y="0"/>
              <a:chExt cx="1913890" cy="1913890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1913890" cy="1913890"/>
              </a:xfrm>
              <a:custGeom>
                <a:avLst/>
                <a:gdLst/>
                <a:ahLst/>
                <a:cxnLst/>
                <a:rect r="r" b="b" t="t" l="l"/>
                <a:pathLst>
                  <a:path h="1913890" w="1913890">
                    <a:moveTo>
                      <a:pt x="0" y="0"/>
                    </a:moveTo>
                    <a:lnTo>
                      <a:pt x="1913890" y="0"/>
                    </a:lnTo>
                    <a:lnTo>
                      <a:pt x="1913890" y="1913890"/>
                    </a:lnTo>
                    <a:lnTo>
                      <a:pt x="0" y="191389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</p:grpSp>
      <p:sp>
        <p:nvSpPr>
          <p:cNvPr name="TextBox 26" id="26"/>
          <p:cNvSpPr txBox="true"/>
          <p:nvPr/>
        </p:nvSpPr>
        <p:spPr>
          <a:xfrm rot="0">
            <a:off x="9144000" y="8944107"/>
            <a:ext cx="8115300" cy="3141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520"/>
              </a:lnSpc>
            </a:pPr>
            <a:r>
              <a:rPr lang="en-US" sz="2100" u="sng">
                <a:solidFill>
                  <a:srgbClr val="FFFFFF"/>
                </a:solidFill>
                <a:latin typeface="Ruda"/>
                <a:ea typeface="Ruda"/>
                <a:cs typeface="Ruda"/>
                <a:sym typeface="Ruda"/>
                <a:hlinkClick r:id="rId4" action="ppaction://hlinksldjump"/>
              </a:rPr>
              <a:t>Go Back to Agenda Page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945100" y="0"/>
            <a:ext cx="342900" cy="1028700"/>
            <a:chOff x="0" y="0"/>
            <a:chExt cx="457200" cy="1371600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457200" cy="457200"/>
              <a:chOff x="0" y="0"/>
              <a:chExt cx="1913890" cy="191389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1913890" cy="1913890"/>
              </a:xfrm>
              <a:custGeom>
                <a:avLst/>
                <a:gdLst/>
                <a:ahLst/>
                <a:cxnLst/>
                <a:rect r="r" b="b" t="t" l="l"/>
                <a:pathLst>
                  <a:path h="1913890" w="1913890">
                    <a:moveTo>
                      <a:pt x="0" y="0"/>
                    </a:moveTo>
                    <a:lnTo>
                      <a:pt x="1913890" y="0"/>
                    </a:lnTo>
                    <a:lnTo>
                      <a:pt x="1913890" y="1913890"/>
                    </a:lnTo>
                    <a:lnTo>
                      <a:pt x="0" y="1913890"/>
                    </a:lnTo>
                    <a:close/>
                  </a:path>
                </a:pathLst>
              </a:custGeom>
              <a:solidFill>
                <a:srgbClr val="A5F951"/>
              </a:solidFill>
            </p:spPr>
          </p:sp>
        </p:grpSp>
        <p:grpSp>
          <p:nvGrpSpPr>
            <p:cNvPr name="Group 5" id="5"/>
            <p:cNvGrpSpPr/>
            <p:nvPr/>
          </p:nvGrpSpPr>
          <p:grpSpPr>
            <a:xfrm rot="0">
              <a:off x="0" y="457200"/>
              <a:ext cx="457200" cy="457200"/>
              <a:chOff x="0" y="0"/>
              <a:chExt cx="1913890" cy="1913890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1913890" cy="1913890"/>
              </a:xfrm>
              <a:custGeom>
                <a:avLst/>
                <a:gdLst/>
                <a:ahLst/>
                <a:cxnLst/>
                <a:rect r="r" b="b" t="t" l="l"/>
                <a:pathLst>
                  <a:path h="1913890" w="1913890">
                    <a:moveTo>
                      <a:pt x="0" y="0"/>
                    </a:moveTo>
                    <a:lnTo>
                      <a:pt x="1913890" y="0"/>
                    </a:lnTo>
                    <a:lnTo>
                      <a:pt x="1913890" y="1913890"/>
                    </a:lnTo>
                    <a:lnTo>
                      <a:pt x="0" y="1913890"/>
                    </a:lnTo>
                    <a:close/>
                  </a:path>
                </a:pathLst>
              </a:custGeom>
              <a:solidFill>
                <a:srgbClr val="717273"/>
              </a:solidFill>
            </p:spPr>
          </p:sp>
        </p:grpSp>
        <p:grpSp>
          <p:nvGrpSpPr>
            <p:cNvPr name="Group 7" id="7"/>
            <p:cNvGrpSpPr/>
            <p:nvPr/>
          </p:nvGrpSpPr>
          <p:grpSpPr>
            <a:xfrm rot="0">
              <a:off x="0" y="914400"/>
              <a:ext cx="457200" cy="457200"/>
              <a:chOff x="0" y="0"/>
              <a:chExt cx="1913890" cy="191389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1913890" cy="1913890"/>
              </a:xfrm>
              <a:custGeom>
                <a:avLst/>
                <a:gdLst/>
                <a:ahLst/>
                <a:cxnLst/>
                <a:rect r="r" b="b" t="t" l="l"/>
                <a:pathLst>
                  <a:path h="1913890" w="1913890">
                    <a:moveTo>
                      <a:pt x="0" y="0"/>
                    </a:moveTo>
                    <a:lnTo>
                      <a:pt x="1913890" y="0"/>
                    </a:lnTo>
                    <a:lnTo>
                      <a:pt x="1913890" y="1913890"/>
                    </a:lnTo>
                    <a:lnTo>
                      <a:pt x="0" y="191389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</p:grpSp>
      <p:grpSp>
        <p:nvGrpSpPr>
          <p:cNvPr name="Group 9" id="9"/>
          <p:cNvGrpSpPr/>
          <p:nvPr/>
        </p:nvGrpSpPr>
        <p:grpSpPr>
          <a:xfrm rot="-5400000">
            <a:off x="1371600" y="8915400"/>
            <a:ext cx="342900" cy="1028700"/>
            <a:chOff x="0" y="0"/>
            <a:chExt cx="457200" cy="1371600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0"/>
              <a:ext cx="457200" cy="457200"/>
              <a:chOff x="0" y="0"/>
              <a:chExt cx="1913890" cy="191389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1913890" cy="1913890"/>
              </a:xfrm>
              <a:custGeom>
                <a:avLst/>
                <a:gdLst/>
                <a:ahLst/>
                <a:cxnLst/>
                <a:rect r="r" b="b" t="t" l="l"/>
                <a:pathLst>
                  <a:path h="1913890" w="1913890">
                    <a:moveTo>
                      <a:pt x="0" y="0"/>
                    </a:moveTo>
                    <a:lnTo>
                      <a:pt x="1913890" y="0"/>
                    </a:lnTo>
                    <a:lnTo>
                      <a:pt x="1913890" y="1913890"/>
                    </a:lnTo>
                    <a:lnTo>
                      <a:pt x="0" y="1913890"/>
                    </a:lnTo>
                    <a:close/>
                  </a:path>
                </a:pathLst>
              </a:custGeom>
              <a:solidFill>
                <a:srgbClr val="A5F951"/>
              </a:solidFill>
            </p:spPr>
          </p:sp>
        </p:grpSp>
        <p:grpSp>
          <p:nvGrpSpPr>
            <p:cNvPr name="Group 12" id="12"/>
            <p:cNvGrpSpPr/>
            <p:nvPr/>
          </p:nvGrpSpPr>
          <p:grpSpPr>
            <a:xfrm rot="0">
              <a:off x="0" y="457200"/>
              <a:ext cx="457200" cy="457200"/>
              <a:chOff x="0" y="0"/>
              <a:chExt cx="1913890" cy="191389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1913890" cy="1913890"/>
              </a:xfrm>
              <a:custGeom>
                <a:avLst/>
                <a:gdLst/>
                <a:ahLst/>
                <a:cxnLst/>
                <a:rect r="r" b="b" t="t" l="l"/>
                <a:pathLst>
                  <a:path h="1913890" w="1913890">
                    <a:moveTo>
                      <a:pt x="0" y="0"/>
                    </a:moveTo>
                    <a:lnTo>
                      <a:pt x="1913890" y="0"/>
                    </a:lnTo>
                    <a:lnTo>
                      <a:pt x="1913890" y="1913890"/>
                    </a:lnTo>
                    <a:lnTo>
                      <a:pt x="0" y="1913890"/>
                    </a:lnTo>
                    <a:close/>
                  </a:path>
                </a:pathLst>
              </a:custGeom>
              <a:solidFill>
                <a:srgbClr val="717273"/>
              </a:solidFill>
            </p:spPr>
          </p:sp>
        </p:grpSp>
        <p:grpSp>
          <p:nvGrpSpPr>
            <p:cNvPr name="Group 14" id="14"/>
            <p:cNvGrpSpPr/>
            <p:nvPr/>
          </p:nvGrpSpPr>
          <p:grpSpPr>
            <a:xfrm rot="0">
              <a:off x="0" y="914400"/>
              <a:ext cx="457200" cy="457200"/>
              <a:chOff x="0" y="0"/>
              <a:chExt cx="1913890" cy="1913890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1913890" cy="1913890"/>
              </a:xfrm>
              <a:custGeom>
                <a:avLst/>
                <a:gdLst/>
                <a:ahLst/>
                <a:cxnLst/>
                <a:rect r="r" b="b" t="t" l="l"/>
                <a:pathLst>
                  <a:path h="1913890" w="1913890">
                    <a:moveTo>
                      <a:pt x="0" y="0"/>
                    </a:moveTo>
                    <a:lnTo>
                      <a:pt x="1913890" y="0"/>
                    </a:lnTo>
                    <a:lnTo>
                      <a:pt x="1913890" y="1913890"/>
                    </a:lnTo>
                    <a:lnTo>
                      <a:pt x="0" y="191389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</p:grpSp>
      <p:sp>
        <p:nvSpPr>
          <p:cNvPr name="TextBox 16" id="16"/>
          <p:cNvSpPr txBox="true"/>
          <p:nvPr/>
        </p:nvSpPr>
        <p:spPr>
          <a:xfrm rot="0">
            <a:off x="1028700" y="634218"/>
            <a:ext cx="533673" cy="4421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86"/>
              </a:lnSpc>
            </a:pPr>
            <a:r>
              <a:rPr lang="en-US" b="true" sz="2835" u="sng">
                <a:solidFill>
                  <a:srgbClr val="A5F951"/>
                </a:solidFill>
                <a:latin typeface="Ruda Heavy"/>
                <a:ea typeface="Ruda Heavy"/>
                <a:cs typeface="Ruda Heavy"/>
                <a:sym typeface="Ruda Heavy"/>
              </a:rPr>
              <a:t>6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12618488" y="4621781"/>
            <a:ext cx="4640812" cy="4636519"/>
          </a:xfrm>
          <a:custGeom>
            <a:avLst/>
            <a:gdLst/>
            <a:ahLst/>
            <a:cxnLst/>
            <a:rect r="r" b="b" t="t" l="l"/>
            <a:pathLst>
              <a:path h="4636519" w="4640812">
                <a:moveTo>
                  <a:pt x="0" y="0"/>
                </a:moveTo>
                <a:lnTo>
                  <a:pt x="4640812" y="0"/>
                </a:lnTo>
                <a:lnTo>
                  <a:pt x="4640812" y="4636519"/>
                </a:lnTo>
                <a:lnTo>
                  <a:pt x="0" y="46365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8" id="18"/>
          <p:cNvGrpSpPr/>
          <p:nvPr/>
        </p:nvGrpSpPr>
        <p:grpSpPr>
          <a:xfrm rot="0">
            <a:off x="2263567" y="1798893"/>
            <a:ext cx="13702863" cy="3154074"/>
            <a:chOff x="0" y="0"/>
            <a:chExt cx="18270484" cy="4205433"/>
          </a:xfrm>
        </p:grpSpPr>
        <p:sp>
          <p:nvSpPr>
            <p:cNvPr name="TextBox 19" id="19"/>
            <p:cNvSpPr txBox="true"/>
            <p:nvPr/>
          </p:nvSpPr>
          <p:spPr>
            <a:xfrm rot="0">
              <a:off x="0" y="209550"/>
              <a:ext cx="18270484" cy="234056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480"/>
                </a:lnSpc>
              </a:pPr>
              <a:r>
                <a:rPr lang="en-US" sz="7200">
                  <a:solidFill>
                    <a:srgbClr val="A5F951"/>
                  </a:solidFill>
                  <a:latin typeface="Staatliches"/>
                  <a:ea typeface="Staatliches"/>
                  <a:cs typeface="Staatliches"/>
                  <a:sym typeface="Staatliches"/>
                </a:rPr>
                <a:t>Write an original statement</a:t>
              </a:r>
            </a:p>
            <a:p>
              <a:pPr algn="l" marL="0" indent="0" lvl="0">
                <a:lnSpc>
                  <a:spcPts val="6480"/>
                </a:lnSpc>
              </a:pPr>
              <a:r>
                <a:rPr lang="en-US" sz="7200">
                  <a:solidFill>
                    <a:srgbClr val="A5F951"/>
                  </a:solidFill>
                  <a:latin typeface="Staatliches"/>
                  <a:ea typeface="Staatliches"/>
                  <a:cs typeface="Staatliches"/>
                  <a:sym typeface="Staatliches"/>
                </a:rPr>
                <a:t>or inspiring quote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0" y="3646633"/>
              <a:ext cx="18270484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60"/>
                </a:lnSpc>
              </a:pPr>
              <a:r>
                <a:rPr lang="en-US" sz="2800" u="none">
                  <a:solidFill>
                    <a:srgbClr val="FFFFFF"/>
                  </a:solidFill>
                  <a:latin typeface="Ruda"/>
                  <a:ea typeface="Ruda"/>
                  <a:cs typeface="Ruda"/>
                  <a:sym typeface="Ruda"/>
                </a:rPr>
                <a:t>— Include a credit or citation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7022404" y="1479928"/>
            <a:ext cx="2634368" cy="5212550"/>
            <a:chOff x="0" y="0"/>
            <a:chExt cx="2620010" cy="51841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4" id="4"/>
            <p:cNvSpPr/>
            <p:nvPr/>
          </p:nvSpPr>
          <p:spPr>
            <a:xfrm flipH="true" flipV="false" rot="0">
              <a:off x="185420" y="156210"/>
              <a:ext cx="2250453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0453">
                  <a:moveTo>
                    <a:pt x="209563" y="0"/>
                  </a:moveTo>
                  <a:lnTo>
                    <a:pt x="481343" y="0"/>
                  </a:lnTo>
                  <a:lnTo>
                    <a:pt x="481343" y="57150"/>
                  </a:lnTo>
                  <a:cubicBezTo>
                    <a:pt x="481343" y="121920"/>
                    <a:pt x="534683" y="175260"/>
                    <a:pt x="599453" y="175260"/>
                  </a:cubicBezTo>
                  <a:lnTo>
                    <a:pt x="1648473" y="175260"/>
                  </a:lnTo>
                  <a:cubicBezTo>
                    <a:pt x="1713243" y="175260"/>
                    <a:pt x="1766583" y="121920"/>
                    <a:pt x="1766583" y="57150"/>
                  </a:cubicBezTo>
                  <a:lnTo>
                    <a:pt x="1766583" y="0"/>
                  </a:lnTo>
                  <a:lnTo>
                    <a:pt x="2040903" y="0"/>
                  </a:lnTo>
                  <a:cubicBezTo>
                    <a:pt x="2156473" y="0"/>
                    <a:pt x="2250453" y="93980"/>
                    <a:pt x="2250453" y="209550"/>
                  </a:cubicBezTo>
                  <a:lnTo>
                    <a:pt x="2250453" y="4667250"/>
                  </a:lnTo>
                  <a:cubicBezTo>
                    <a:pt x="2250453" y="4782820"/>
                    <a:pt x="2156473" y="4876800"/>
                    <a:pt x="2040903" y="4876800"/>
                  </a:cubicBezTo>
                  <a:lnTo>
                    <a:pt x="209563" y="4876800"/>
                  </a:lnTo>
                  <a:cubicBezTo>
                    <a:pt x="93993" y="4876800"/>
                    <a:pt x="13" y="4782820"/>
                    <a:pt x="13" y="4667250"/>
                  </a:cubicBezTo>
                  <a:lnTo>
                    <a:pt x="13" y="209550"/>
                  </a:lnTo>
                  <a:cubicBezTo>
                    <a:pt x="-1257" y="93980"/>
                    <a:pt x="92723" y="0"/>
                    <a:pt x="209563" y="0"/>
                  </a:cubicBezTo>
                  <a:close/>
                </a:path>
              </a:pathLst>
            </a:custGeom>
            <a:blipFill>
              <a:blip r:embed="rId2"/>
              <a:stretch>
                <a:fillRect l="-167133" t="-11595" r="-139795" b="-13513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717273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1579738" y="187960"/>
              <a:ext cx="63785" cy="63501"/>
            </a:xfrm>
            <a:custGeom>
              <a:avLst/>
              <a:gdLst/>
              <a:ahLst/>
              <a:cxnLst/>
              <a:rect r="r" b="b" t="t" l="l"/>
              <a:pathLst>
                <a:path h="63501" w="63785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717273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A5F951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A5F951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A5F951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A5F951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A5F951"/>
            </a:solidFill>
          </p:spPr>
        </p:sp>
      </p:grpSp>
      <p:grpSp>
        <p:nvGrpSpPr>
          <p:cNvPr name="Group 12" id="12"/>
          <p:cNvGrpSpPr>
            <a:grpSpLocks noChangeAspect="true"/>
          </p:cNvGrpSpPr>
          <p:nvPr/>
        </p:nvGrpSpPr>
        <p:grpSpPr>
          <a:xfrm rot="0">
            <a:off x="10568910" y="1521445"/>
            <a:ext cx="2613386" cy="5171032"/>
            <a:chOff x="0" y="0"/>
            <a:chExt cx="2620010" cy="518414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185420" y="156210"/>
              <a:ext cx="2250453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0453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3"/>
              <a:stretch>
                <a:fillRect l="-207521" t="0" r="-17736" b="-62"/>
              </a:stretch>
            </a:blip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717273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1579738" y="187960"/>
              <a:ext cx="63785" cy="63501"/>
            </a:xfrm>
            <a:custGeom>
              <a:avLst/>
              <a:gdLst/>
              <a:ahLst/>
              <a:cxnLst/>
              <a:rect r="r" b="b" t="t" l="l"/>
              <a:pathLst>
                <a:path h="63501" w="63785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717273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A5F951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A5F951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A5F951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A5F951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A5F951"/>
            </a:solidFill>
          </p:spPr>
        </p:sp>
      </p:grpSp>
      <p:grpSp>
        <p:nvGrpSpPr>
          <p:cNvPr name="Group 22" id="22"/>
          <p:cNvGrpSpPr>
            <a:grpSpLocks noChangeAspect="true"/>
          </p:cNvGrpSpPr>
          <p:nvPr/>
        </p:nvGrpSpPr>
        <p:grpSpPr>
          <a:xfrm rot="0">
            <a:off x="14128828" y="1521445"/>
            <a:ext cx="2613386" cy="5171032"/>
            <a:chOff x="0" y="0"/>
            <a:chExt cx="2620010" cy="518414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185420" y="156210"/>
              <a:ext cx="2250453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0453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4"/>
              <a:stretch>
                <a:fillRect l="-360018" t="-42017" r="-220797" b="-67298"/>
              </a:stretch>
            </a:blip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717273"/>
            </a:solid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1579738" y="187960"/>
              <a:ext cx="63785" cy="63501"/>
            </a:xfrm>
            <a:custGeom>
              <a:avLst/>
              <a:gdLst/>
              <a:ahLst/>
              <a:cxnLst/>
              <a:rect r="r" b="b" t="t" l="l"/>
              <a:pathLst>
                <a:path h="63501" w="63785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A5F951"/>
            </a:solidFill>
          </p:spPr>
        </p:sp>
        <p:sp>
          <p:nvSpPr>
            <p:cNvPr name="Freeform 27" id="27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A5F951"/>
            </a:solid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A5F951"/>
            </a:solidFill>
          </p:spPr>
        </p:sp>
        <p:sp>
          <p:nvSpPr>
            <p:cNvPr name="Freeform 29" id="29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A5F951"/>
            </a:solidFill>
          </p:spPr>
        </p:sp>
        <p:sp>
          <p:nvSpPr>
            <p:cNvPr name="Freeform 30" id="30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A5F951"/>
            </a:solid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A5F951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17945100" y="0"/>
            <a:ext cx="342900" cy="1028700"/>
            <a:chOff x="0" y="0"/>
            <a:chExt cx="457200" cy="1371600"/>
          </a:xfrm>
        </p:grpSpPr>
        <p:grpSp>
          <p:nvGrpSpPr>
            <p:cNvPr name="Group 33" id="33"/>
            <p:cNvGrpSpPr/>
            <p:nvPr/>
          </p:nvGrpSpPr>
          <p:grpSpPr>
            <a:xfrm rot="0">
              <a:off x="0" y="0"/>
              <a:ext cx="457200" cy="457200"/>
              <a:chOff x="0" y="0"/>
              <a:chExt cx="1913890" cy="1913890"/>
            </a:xfrm>
          </p:grpSpPr>
          <p:sp>
            <p:nvSpPr>
              <p:cNvPr name="Freeform 34" id="34"/>
              <p:cNvSpPr/>
              <p:nvPr/>
            </p:nvSpPr>
            <p:spPr>
              <a:xfrm flipH="false" flipV="false" rot="0">
                <a:off x="0" y="0"/>
                <a:ext cx="1913890" cy="1913890"/>
              </a:xfrm>
              <a:custGeom>
                <a:avLst/>
                <a:gdLst/>
                <a:ahLst/>
                <a:cxnLst/>
                <a:rect r="r" b="b" t="t" l="l"/>
                <a:pathLst>
                  <a:path h="1913890" w="1913890">
                    <a:moveTo>
                      <a:pt x="0" y="0"/>
                    </a:moveTo>
                    <a:lnTo>
                      <a:pt x="1913890" y="0"/>
                    </a:lnTo>
                    <a:lnTo>
                      <a:pt x="1913890" y="1913890"/>
                    </a:lnTo>
                    <a:lnTo>
                      <a:pt x="0" y="1913890"/>
                    </a:lnTo>
                    <a:close/>
                  </a:path>
                </a:pathLst>
              </a:custGeom>
              <a:solidFill>
                <a:srgbClr val="A5F951"/>
              </a:solidFill>
            </p:spPr>
          </p:sp>
        </p:grpSp>
        <p:grpSp>
          <p:nvGrpSpPr>
            <p:cNvPr name="Group 35" id="35"/>
            <p:cNvGrpSpPr/>
            <p:nvPr/>
          </p:nvGrpSpPr>
          <p:grpSpPr>
            <a:xfrm rot="0">
              <a:off x="0" y="457200"/>
              <a:ext cx="457200" cy="457200"/>
              <a:chOff x="0" y="0"/>
              <a:chExt cx="1913890" cy="1913890"/>
            </a:xfrm>
          </p:grpSpPr>
          <p:sp>
            <p:nvSpPr>
              <p:cNvPr name="Freeform 36" id="36"/>
              <p:cNvSpPr/>
              <p:nvPr/>
            </p:nvSpPr>
            <p:spPr>
              <a:xfrm flipH="false" flipV="false" rot="0">
                <a:off x="0" y="0"/>
                <a:ext cx="1913890" cy="1913890"/>
              </a:xfrm>
              <a:custGeom>
                <a:avLst/>
                <a:gdLst/>
                <a:ahLst/>
                <a:cxnLst/>
                <a:rect r="r" b="b" t="t" l="l"/>
                <a:pathLst>
                  <a:path h="1913890" w="1913890">
                    <a:moveTo>
                      <a:pt x="0" y="0"/>
                    </a:moveTo>
                    <a:lnTo>
                      <a:pt x="1913890" y="0"/>
                    </a:lnTo>
                    <a:lnTo>
                      <a:pt x="1913890" y="1913890"/>
                    </a:lnTo>
                    <a:lnTo>
                      <a:pt x="0" y="1913890"/>
                    </a:lnTo>
                    <a:close/>
                  </a:path>
                </a:pathLst>
              </a:custGeom>
              <a:solidFill>
                <a:srgbClr val="717273"/>
              </a:solidFill>
            </p:spPr>
          </p:sp>
        </p:grpSp>
        <p:grpSp>
          <p:nvGrpSpPr>
            <p:cNvPr name="Group 37" id="37"/>
            <p:cNvGrpSpPr/>
            <p:nvPr/>
          </p:nvGrpSpPr>
          <p:grpSpPr>
            <a:xfrm rot="0">
              <a:off x="0" y="914400"/>
              <a:ext cx="457200" cy="457200"/>
              <a:chOff x="0" y="0"/>
              <a:chExt cx="1913890" cy="1913890"/>
            </a:xfrm>
          </p:grpSpPr>
          <p:sp>
            <p:nvSpPr>
              <p:cNvPr name="Freeform 38" id="38"/>
              <p:cNvSpPr/>
              <p:nvPr/>
            </p:nvSpPr>
            <p:spPr>
              <a:xfrm flipH="false" flipV="false" rot="0">
                <a:off x="0" y="0"/>
                <a:ext cx="1913890" cy="1913890"/>
              </a:xfrm>
              <a:custGeom>
                <a:avLst/>
                <a:gdLst/>
                <a:ahLst/>
                <a:cxnLst/>
                <a:rect r="r" b="b" t="t" l="l"/>
                <a:pathLst>
                  <a:path h="1913890" w="1913890">
                    <a:moveTo>
                      <a:pt x="0" y="0"/>
                    </a:moveTo>
                    <a:lnTo>
                      <a:pt x="1913890" y="0"/>
                    </a:lnTo>
                    <a:lnTo>
                      <a:pt x="1913890" y="1913890"/>
                    </a:lnTo>
                    <a:lnTo>
                      <a:pt x="0" y="191389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</p:grpSp>
      <p:grpSp>
        <p:nvGrpSpPr>
          <p:cNvPr name="Group 39" id="39"/>
          <p:cNvGrpSpPr/>
          <p:nvPr/>
        </p:nvGrpSpPr>
        <p:grpSpPr>
          <a:xfrm rot="0">
            <a:off x="17945100" y="0"/>
            <a:ext cx="342900" cy="1028700"/>
            <a:chOff x="0" y="0"/>
            <a:chExt cx="457200" cy="1371600"/>
          </a:xfrm>
        </p:grpSpPr>
        <p:grpSp>
          <p:nvGrpSpPr>
            <p:cNvPr name="Group 40" id="40"/>
            <p:cNvGrpSpPr/>
            <p:nvPr/>
          </p:nvGrpSpPr>
          <p:grpSpPr>
            <a:xfrm rot="0">
              <a:off x="0" y="0"/>
              <a:ext cx="457200" cy="457200"/>
              <a:chOff x="0" y="0"/>
              <a:chExt cx="1913890" cy="1913890"/>
            </a:xfrm>
          </p:grpSpPr>
          <p:sp>
            <p:nvSpPr>
              <p:cNvPr name="Freeform 41" id="41"/>
              <p:cNvSpPr/>
              <p:nvPr/>
            </p:nvSpPr>
            <p:spPr>
              <a:xfrm flipH="false" flipV="false" rot="0">
                <a:off x="0" y="0"/>
                <a:ext cx="1913890" cy="1913890"/>
              </a:xfrm>
              <a:custGeom>
                <a:avLst/>
                <a:gdLst/>
                <a:ahLst/>
                <a:cxnLst/>
                <a:rect r="r" b="b" t="t" l="l"/>
                <a:pathLst>
                  <a:path h="1913890" w="1913890">
                    <a:moveTo>
                      <a:pt x="0" y="0"/>
                    </a:moveTo>
                    <a:lnTo>
                      <a:pt x="1913890" y="0"/>
                    </a:lnTo>
                    <a:lnTo>
                      <a:pt x="1913890" y="1913890"/>
                    </a:lnTo>
                    <a:lnTo>
                      <a:pt x="0" y="1913890"/>
                    </a:lnTo>
                    <a:close/>
                  </a:path>
                </a:pathLst>
              </a:custGeom>
              <a:solidFill>
                <a:srgbClr val="A5F951"/>
              </a:solidFill>
            </p:spPr>
          </p:sp>
        </p:grpSp>
        <p:grpSp>
          <p:nvGrpSpPr>
            <p:cNvPr name="Group 42" id="42"/>
            <p:cNvGrpSpPr/>
            <p:nvPr/>
          </p:nvGrpSpPr>
          <p:grpSpPr>
            <a:xfrm rot="0">
              <a:off x="0" y="457200"/>
              <a:ext cx="457200" cy="457200"/>
              <a:chOff x="0" y="0"/>
              <a:chExt cx="1913890" cy="1913890"/>
            </a:xfrm>
          </p:grpSpPr>
          <p:sp>
            <p:nvSpPr>
              <p:cNvPr name="Freeform 43" id="43"/>
              <p:cNvSpPr/>
              <p:nvPr/>
            </p:nvSpPr>
            <p:spPr>
              <a:xfrm flipH="false" flipV="false" rot="0">
                <a:off x="0" y="0"/>
                <a:ext cx="1913890" cy="1913890"/>
              </a:xfrm>
              <a:custGeom>
                <a:avLst/>
                <a:gdLst/>
                <a:ahLst/>
                <a:cxnLst/>
                <a:rect r="r" b="b" t="t" l="l"/>
                <a:pathLst>
                  <a:path h="1913890" w="1913890">
                    <a:moveTo>
                      <a:pt x="0" y="0"/>
                    </a:moveTo>
                    <a:lnTo>
                      <a:pt x="1913890" y="0"/>
                    </a:lnTo>
                    <a:lnTo>
                      <a:pt x="1913890" y="1913890"/>
                    </a:lnTo>
                    <a:lnTo>
                      <a:pt x="0" y="1913890"/>
                    </a:lnTo>
                    <a:close/>
                  </a:path>
                </a:pathLst>
              </a:custGeom>
              <a:solidFill>
                <a:srgbClr val="717273"/>
              </a:solidFill>
            </p:spPr>
          </p:sp>
        </p:grpSp>
        <p:grpSp>
          <p:nvGrpSpPr>
            <p:cNvPr name="Group 44" id="44"/>
            <p:cNvGrpSpPr/>
            <p:nvPr/>
          </p:nvGrpSpPr>
          <p:grpSpPr>
            <a:xfrm rot="0">
              <a:off x="0" y="914400"/>
              <a:ext cx="457200" cy="457200"/>
              <a:chOff x="0" y="0"/>
              <a:chExt cx="1913890" cy="1913890"/>
            </a:xfrm>
          </p:grpSpPr>
          <p:sp>
            <p:nvSpPr>
              <p:cNvPr name="Freeform 45" id="45"/>
              <p:cNvSpPr/>
              <p:nvPr/>
            </p:nvSpPr>
            <p:spPr>
              <a:xfrm flipH="false" flipV="false" rot="0">
                <a:off x="0" y="0"/>
                <a:ext cx="1913890" cy="1913890"/>
              </a:xfrm>
              <a:custGeom>
                <a:avLst/>
                <a:gdLst/>
                <a:ahLst/>
                <a:cxnLst/>
                <a:rect r="r" b="b" t="t" l="l"/>
                <a:pathLst>
                  <a:path h="1913890" w="1913890">
                    <a:moveTo>
                      <a:pt x="0" y="0"/>
                    </a:moveTo>
                    <a:lnTo>
                      <a:pt x="1913890" y="0"/>
                    </a:lnTo>
                    <a:lnTo>
                      <a:pt x="1913890" y="1913890"/>
                    </a:lnTo>
                    <a:lnTo>
                      <a:pt x="0" y="191389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</p:grpSp>
      <p:grpSp>
        <p:nvGrpSpPr>
          <p:cNvPr name="Group 46" id="46"/>
          <p:cNvGrpSpPr/>
          <p:nvPr/>
        </p:nvGrpSpPr>
        <p:grpSpPr>
          <a:xfrm rot="-5400000">
            <a:off x="1371600" y="8915400"/>
            <a:ext cx="342900" cy="1028700"/>
            <a:chOff x="0" y="0"/>
            <a:chExt cx="457200" cy="1371600"/>
          </a:xfrm>
        </p:grpSpPr>
        <p:grpSp>
          <p:nvGrpSpPr>
            <p:cNvPr name="Group 47" id="47"/>
            <p:cNvGrpSpPr/>
            <p:nvPr/>
          </p:nvGrpSpPr>
          <p:grpSpPr>
            <a:xfrm rot="0">
              <a:off x="0" y="0"/>
              <a:ext cx="457200" cy="457200"/>
              <a:chOff x="0" y="0"/>
              <a:chExt cx="1913890" cy="1913890"/>
            </a:xfrm>
          </p:grpSpPr>
          <p:sp>
            <p:nvSpPr>
              <p:cNvPr name="Freeform 48" id="48"/>
              <p:cNvSpPr/>
              <p:nvPr/>
            </p:nvSpPr>
            <p:spPr>
              <a:xfrm flipH="false" flipV="false" rot="0">
                <a:off x="0" y="0"/>
                <a:ext cx="1913890" cy="1913890"/>
              </a:xfrm>
              <a:custGeom>
                <a:avLst/>
                <a:gdLst/>
                <a:ahLst/>
                <a:cxnLst/>
                <a:rect r="r" b="b" t="t" l="l"/>
                <a:pathLst>
                  <a:path h="1913890" w="1913890">
                    <a:moveTo>
                      <a:pt x="0" y="0"/>
                    </a:moveTo>
                    <a:lnTo>
                      <a:pt x="1913890" y="0"/>
                    </a:lnTo>
                    <a:lnTo>
                      <a:pt x="1913890" y="1913890"/>
                    </a:lnTo>
                    <a:lnTo>
                      <a:pt x="0" y="1913890"/>
                    </a:lnTo>
                    <a:close/>
                  </a:path>
                </a:pathLst>
              </a:custGeom>
              <a:solidFill>
                <a:srgbClr val="A5F951"/>
              </a:solidFill>
            </p:spPr>
          </p:sp>
        </p:grpSp>
        <p:grpSp>
          <p:nvGrpSpPr>
            <p:cNvPr name="Group 49" id="49"/>
            <p:cNvGrpSpPr/>
            <p:nvPr/>
          </p:nvGrpSpPr>
          <p:grpSpPr>
            <a:xfrm rot="0">
              <a:off x="0" y="457200"/>
              <a:ext cx="457200" cy="457200"/>
              <a:chOff x="0" y="0"/>
              <a:chExt cx="1913890" cy="1913890"/>
            </a:xfrm>
          </p:grpSpPr>
          <p:sp>
            <p:nvSpPr>
              <p:cNvPr name="Freeform 50" id="50"/>
              <p:cNvSpPr/>
              <p:nvPr/>
            </p:nvSpPr>
            <p:spPr>
              <a:xfrm flipH="false" flipV="false" rot="0">
                <a:off x="0" y="0"/>
                <a:ext cx="1913890" cy="1913890"/>
              </a:xfrm>
              <a:custGeom>
                <a:avLst/>
                <a:gdLst/>
                <a:ahLst/>
                <a:cxnLst/>
                <a:rect r="r" b="b" t="t" l="l"/>
                <a:pathLst>
                  <a:path h="1913890" w="1913890">
                    <a:moveTo>
                      <a:pt x="0" y="0"/>
                    </a:moveTo>
                    <a:lnTo>
                      <a:pt x="1913890" y="0"/>
                    </a:lnTo>
                    <a:lnTo>
                      <a:pt x="1913890" y="1913890"/>
                    </a:lnTo>
                    <a:lnTo>
                      <a:pt x="0" y="1913890"/>
                    </a:lnTo>
                    <a:close/>
                  </a:path>
                </a:pathLst>
              </a:custGeom>
              <a:solidFill>
                <a:srgbClr val="717273"/>
              </a:solidFill>
            </p:spPr>
          </p:sp>
        </p:grpSp>
        <p:grpSp>
          <p:nvGrpSpPr>
            <p:cNvPr name="Group 51" id="51"/>
            <p:cNvGrpSpPr/>
            <p:nvPr/>
          </p:nvGrpSpPr>
          <p:grpSpPr>
            <a:xfrm rot="0">
              <a:off x="0" y="914400"/>
              <a:ext cx="457200" cy="457200"/>
              <a:chOff x="0" y="0"/>
              <a:chExt cx="1913890" cy="1913890"/>
            </a:xfrm>
          </p:grpSpPr>
          <p:sp>
            <p:nvSpPr>
              <p:cNvPr name="Freeform 52" id="52"/>
              <p:cNvSpPr/>
              <p:nvPr/>
            </p:nvSpPr>
            <p:spPr>
              <a:xfrm flipH="false" flipV="false" rot="0">
                <a:off x="0" y="0"/>
                <a:ext cx="1913890" cy="1913890"/>
              </a:xfrm>
              <a:custGeom>
                <a:avLst/>
                <a:gdLst/>
                <a:ahLst/>
                <a:cxnLst/>
                <a:rect r="r" b="b" t="t" l="l"/>
                <a:pathLst>
                  <a:path h="1913890" w="1913890">
                    <a:moveTo>
                      <a:pt x="0" y="0"/>
                    </a:moveTo>
                    <a:lnTo>
                      <a:pt x="1913890" y="0"/>
                    </a:lnTo>
                    <a:lnTo>
                      <a:pt x="1913890" y="1913890"/>
                    </a:lnTo>
                    <a:lnTo>
                      <a:pt x="0" y="191389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</p:grpSp>
      <p:sp>
        <p:nvSpPr>
          <p:cNvPr name="TextBox 53" id="53"/>
          <p:cNvSpPr txBox="true"/>
          <p:nvPr/>
        </p:nvSpPr>
        <p:spPr>
          <a:xfrm rot="0">
            <a:off x="1038225" y="3491865"/>
            <a:ext cx="3562350" cy="3341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480"/>
              </a:lnSpc>
            </a:pPr>
            <a:r>
              <a:rPr lang="en-US" sz="7200" u="none">
                <a:solidFill>
                  <a:srgbClr val="A5F951"/>
                </a:solidFill>
                <a:latin typeface="Staatliches"/>
                <a:ea typeface="Staatliches"/>
                <a:cs typeface="Staatliches"/>
                <a:sym typeface="Staatliches"/>
              </a:rPr>
              <a:t>Write your topic</a:t>
            </a:r>
          </a:p>
          <a:p>
            <a:pPr algn="l" marL="0" indent="0" lvl="0">
              <a:lnSpc>
                <a:spcPts val="6480"/>
              </a:lnSpc>
            </a:pPr>
            <a:r>
              <a:rPr lang="en-US" sz="7200" u="none">
                <a:solidFill>
                  <a:srgbClr val="A5F951"/>
                </a:solidFill>
                <a:latin typeface="Staatliches"/>
                <a:ea typeface="Staatliches"/>
                <a:cs typeface="Staatliches"/>
                <a:sym typeface="Staatliches"/>
              </a:rPr>
              <a:t>or idea</a:t>
            </a:r>
          </a:p>
        </p:txBody>
      </p:sp>
      <p:grpSp>
        <p:nvGrpSpPr>
          <p:cNvPr name="Group 54" id="54"/>
          <p:cNvGrpSpPr/>
          <p:nvPr/>
        </p:nvGrpSpPr>
        <p:grpSpPr>
          <a:xfrm rot="0">
            <a:off x="14128828" y="6993994"/>
            <a:ext cx="3130472" cy="1747867"/>
            <a:chOff x="0" y="0"/>
            <a:chExt cx="4173963" cy="2330489"/>
          </a:xfrm>
        </p:grpSpPr>
        <p:sp>
          <p:nvSpPr>
            <p:cNvPr name="TextBox 55" id="55"/>
            <p:cNvSpPr txBox="true"/>
            <p:nvPr/>
          </p:nvSpPr>
          <p:spPr>
            <a:xfrm rot="0">
              <a:off x="0" y="-9525"/>
              <a:ext cx="4173963" cy="619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sz="3000" u="none">
                  <a:solidFill>
                    <a:srgbClr val="A5F951"/>
                  </a:solidFill>
                  <a:latin typeface="Staatliches"/>
                  <a:ea typeface="Staatliches"/>
                  <a:cs typeface="Staatliches"/>
                  <a:sym typeface="Staatliches"/>
                </a:rPr>
                <a:t>Add a main point</a:t>
              </a:r>
            </a:p>
          </p:txBody>
        </p:sp>
        <p:sp>
          <p:nvSpPr>
            <p:cNvPr name="TextBox 56" id="56"/>
            <p:cNvSpPr txBox="true"/>
            <p:nvPr/>
          </p:nvSpPr>
          <p:spPr>
            <a:xfrm rot="0">
              <a:off x="0" y="1045757"/>
              <a:ext cx="4173963" cy="128473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583"/>
                </a:lnSpc>
              </a:pPr>
              <a:r>
                <a:rPr lang="en-US" sz="2100" spc="48" u="none">
                  <a:solidFill>
                    <a:srgbClr val="FFFFFF"/>
                  </a:solidFill>
                  <a:latin typeface="Ruda"/>
                  <a:ea typeface="Ruda"/>
                  <a:cs typeface="Ruda"/>
                  <a:sym typeface="Ruda"/>
                </a:rPr>
                <a:t>Briefly elaborate on what you want to discuss. 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10568910" y="6993994"/>
            <a:ext cx="3137178" cy="1747867"/>
            <a:chOff x="0" y="0"/>
            <a:chExt cx="4182904" cy="2330489"/>
          </a:xfrm>
        </p:grpSpPr>
        <p:sp>
          <p:nvSpPr>
            <p:cNvPr name="TextBox 58" id="58"/>
            <p:cNvSpPr txBox="true"/>
            <p:nvPr/>
          </p:nvSpPr>
          <p:spPr>
            <a:xfrm rot="0">
              <a:off x="8941" y="-9525"/>
              <a:ext cx="4173963" cy="619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sz="3000" u="none">
                  <a:solidFill>
                    <a:srgbClr val="A5F951"/>
                  </a:solidFill>
                  <a:latin typeface="Staatliches"/>
                  <a:ea typeface="Staatliches"/>
                  <a:cs typeface="Staatliches"/>
                  <a:sym typeface="Staatliches"/>
                </a:rPr>
                <a:t>Add a main point</a:t>
              </a:r>
            </a:p>
          </p:txBody>
        </p:sp>
        <p:sp>
          <p:nvSpPr>
            <p:cNvPr name="TextBox 59" id="59"/>
            <p:cNvSpPr txBox="true"/>
            <p:nvPr/>
          </p:nvSpPr>
          <p:spPr>
            <a:xfrm rot="0">
              <a:off x="0" y="1045757"/>
              <a:ext cx="4173963" cy="128473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583"/>
                </a:lnSpc>
              </a:pPr>
              <a:r>
                <a:rPr lang="en-US" sz="2100" spc="48" u="none">
                  <a:solidFill>
                    <a:srgbClr val="FFFFFF"/>
                  </a:solidFill>
                  <a:latin typeface="Ruda"/>
                  <a:ea typeface="Ruda"/>
                  <a:cs typeface="Ruda"/>
                  <a:sym typeface="Ruda"/>
                </a:rPr>
                <a:t>Briefly elaborate on what you want to discuss. 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7022404" y="6993994"/>
            <a:ext cx="3130472" cy="1747867"/>
            <a:chOff x="0" y="0"/>
            <a:chExt cx="4173963" cy="2330489"/>
          </a:xfrm>
        </p:grpSpPr>
        <p:sp>
          <p:nvSpPr>
            <p:cNvPr name="TextBox 61" id="61"/>
            <p:cNvSpPr txBox="true"/>
            <p:nvPr/>
          </p:nvSpPr>
          <p:spPr>
            <a:xfrm rot="0">
              <a:off x="0" y="-9525"/>
              <a:ext cx="4173963" cy="619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sz="3000" u="none">
                  <a:solidFill>
                    <a:srgbClr val="A5F951"/>
                  </a:solidFill>
                  <a:latin typeface="Staatliches"/>
                  <a:ea typeface="Staatliches"/>
                  <a:cs typeface="Staatliches"/>
                  <a:sym typeface="Staatliches"/>
                </a:rPr>
                <a:t>Add a main point</a:t>
              </a:r>
            </a:p>
          </p:txBody>
        </p:sp>
        <p:sp>
          <p:nvSpPr>
            <p:cNvPr name="TextBox 62" id="62"/>
            <p:cNvSpPr txBox="true"/>
            <p:nvPr/>
          </p:nvSpPr>
          <p:spPr>
            <a:xfrm rot="0">
              <a:off x="0" y="1045757"/>
              <a:ext cx="4173963" cy="128473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583"/>
                </a:lnSpc>
              </a:pPr>
              <a:r>
                <a:rPr lang="en-US" sz="2100" spc="48" u="none">
                  <a:solidFill>
                    <a:srgbClr val="FFFFFF"/>
                  </a:solidFill>
                  <a:latin typeface="Ruda"/>
                  <a:ea typeface="Ruda"/>
                  <a:cs typeface="Ruda"/>
                  <a:sym typeface="Ruda"/>
                </a:rPr>
                <a:t>Briefly elaborate on what you want to discuss. </a:t>
              </a:r>
            </a:p>
          </p:txBody>
        </p:sp>
      </p:grpSp>
      <p:sp>
        <p:nvSpPr>
          <p:cNvPr name="TextBox 63" id="63"/>
          <p:cNvSpPr txBox="true"/>
          <p:nvPr/>
        </p:nvSpPr>
        <p:spPr>
          <a:xfrm rot="0">
            <a:off x="1028700" y="634218"/>
            <a:ext cx="533673" cy="4421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86"/>
              </a:lnSpc>
            </a:pPr>
            <a:r>
              <a:rPr lang="en-US" b="true" sz="2835" u="sng">
                <a:solidFill>
                  <a:srgbClr val="A5F951"/>
                </a:solidFill>
                <a:latin typeface="Ruda Heavy"/>
                <a:ea typeface="Ruda Heavy"/>
                <a:cs typeface="Ruda Heavy"/>
                <a:sym typeface="Ruda Heavy"/>
              </a:rPr>
              <a:t>7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945100" y="0"/>
            <a:ext cx="342900" cy="1028700"/>
            <a:chOff x="0" y="0"/>
            <a:chExt cx="457200" cy="1371600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457200" cy="457200"/>
              <a:chOff x="0" y="0"/>
              <a:chExt cx="1913890" cy="191389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1913890" cy="1913890"/>
              </a:xfrm>
              <a:custGeom>
                <a:avLst/>
                <a:gdLst/>
                <a:ahLst/>
                <a:cxnLst/>
                <a:rect r="r" b="b" t="t" l="l"/>
                <a:pathLst>
                  <a:path h="1913890" w="1913890">
                    <a:moveTo>
                      <a:pt x="0" y="0"/>
                    </a:moveTo>
                    <a:lnTo>
                      <a:pt x="1913890" y="0"/>
                    </a:lnTo>
                    <a:lnTo>
                      <a:pt x="1913890" y="1913890"/>
                    </a:lnTo>
                    <a:lnTo>
                      <a:pt x="0" y="1913890"/>
                    </a:lnTo>
                    <a:close/>
                  </a:path>
                </a:pathLst>
              </a:custGeom>
              <a:solidFill>
                <a:srgbClr val="A5F951"/>
              </a:solidFill>
            </p:spPr>
          </p:sp>
        </p:grpSp>
        <p:grpSp>
          <p:nvGrpSpPr>
            <p:cNvPr name="Group 5" id="5"/>
            <p:cNvGrpSpPr/>
            <p:nvPr/>
          </p:nvGrpSpPr>
          <p:grpSpPr>
            <a:xfrm rot="0">
              <a:off x="0" y="457200"/>
              <a:ext cx="457200" cy="457200"/>
              <a:chOff x="0" y="0"/>
              <a:chExt cx="1913890" cy="1913890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1913890" cy="1913890"/>
              </a:xfrm>
              <a:custGeom>
                <a:avLst/>
                <a:gdLst/>
                <a:ahLst/>
                <a:cxnLst/>
                <a:rect r="r" b="b" t="t" l="l"/>
                <a:pathLst>
                  <a:path h="1913890" w="1913890">
                    <a:moveTo>
                      <a:pt x="0" y="0"/>
                    </a:moveTo>
                    <a:lnTo>
                      <a:pt x="1913890" y="0"/>
                    </a:lnTo>
                    <a:lnTo>
                      <a:pt x="1913890" y="1913890"/>
                    </a:lnTo>
                    <a:lnTo>
                      <a:pt x="0" y="1913890"/>
                    </a:lnTo>
                    <a:close/>
                  </a:path>
                </a:pathLst>
              </a:custGeom>
              <a:solidFill>
                <a:srgbClr val="717273"/>
              </a:solidFill>
            </p:spPr>
          </p:sp>
        </p:grpSp>
        <p:grpSp>
          <p:nvGrpSpPr>
            <p:cNvPr name="Group 7" id="7"/>
            <p:cNvGrpSpPr/>
            <p:nvPr/>
          </p:nvGrpSpPr>
          <p:grpSpPr>
            <a:xfrm rot="0">
              <a:off x="0" y="914400"/>
              <a:ext cx="457200" cy="457200"/>
              <a:chOff x="0" y="0"/>
              <a:chExt cx="1913890" cy="191389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1913890" cy="1913890"/>
              </a:xfrm>
              <a:custGeom>
                <a:avLst/>
                <a:gdLst/>
                <a:ahLst/>
                <a:cxnLst/>
                <a:rect r="r" b="b" t="t" l="l"/>
                <a:pathLst>
                  <a:path h="1913890" w="1913890">
                    <a:moveTo>
                      <a:pt x="0" y="0"/>
                    </a:moveTo>
                    <a:lnTo>
                      <a:pt x="1913890" y="0"/>
                    </a:lnTo>
                    <a:lnTo>
                      <a:pt x="1913890" y="1913890"/>
                    </a:lnTo>
                    <a:lnTo>
                      <a:pt x="0" y="191389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</p:grpSp>
      <p:grpSp>
        <p:nvGrpSpPr>
          <p:cNvPr name="Group 9" id="9"/>
          <p:cNvGrpSpPr/>
          <p:nvPr/>
        </p:nvGrpSpPr>
        <p:grpSpPr>
          <a:xfrm rot="-5400000">
            <a:off x="1371600" y="8915400"/>
            <a:ext cx="342900" cy="1028700"/>
            <a:chOff x="0" y="0"/>
            <a:chExt cx="457200" cy="1371600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0"/>
              <a:ext cx="457200" cy="457200"/>
              <a:chOff x="0" y="0"/>
              <a:chExt cx="1913890" cy="191389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1913890" cy="1913890"/>
              </a:xfrm>
              <a:custGeom>
                <a:avLst/>
                <a:gdLst/>
                <a:ahLst/>
                <a:cxnLst/>
                <a:rect r="r" b="b" t="t" l="l"/>
                <a:pathLst>
                  <a:path h="1913890" w="1913890">
                    <a:moveTo>
                      <a:pt x="0" y="0"/>
                    </a:moveTo>
                    <a:lnTo>
                      <a:pt x="1913890" y="0"/>
                    </a:lnTo>
                    <a:lnTo>
                      <a:pt x="1913890" y="1913890"/>
                    </a:lnTo>
                    <a:lnTo>
                      <a:pt x="0" y="1913890"/>
                    </a:lnTo>
                    <a:close/>
                  </a:path>
                </a:pathLst>
              </a:custGeom>
              <a:solidFill>
                <a:srgbClr val="A5F951"/>
              </a:solidFill>
            </p:spPr>
          </p:sp>
        </p:grpSp>
        <p:grpSp>
          <p:nvGrpSpPr>
            <p:cNvPr name="Group 12" id="12"/>
            <p:cNvGrpSpPr/>
            <p:nvPr/>
          </p:nvGrpSpPr>
          <p:grpSpPr>
            <a:xfrm rot="0">
              <a:off x="0" y="457200"/>
              <a:ext cx="457200" cy="457200"/>
              <a:chOff x="0" y="0"/>
              <a:chExt cx="1913890" cy="191389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1913890" cy="1913890"/>
              </a:xfrm>
              <a:custGeom>
                <a:avLst/>
                <a:gdLst/>
                <a:ahLst/>
                <a:cxnLst/>
                <a:rect r="r" b="b" t="t" l="l"/>
                <a:pathLst>
                  <a:path h="1913890" w="1913890">
                    <a:moveTo>
                      <a:pt x="0" y="0"/>
                    </a:moveTo>
                    <a:lnTo>
                      <a:pt x="1913890" y="0"/>
                    </a:lnTo>
                    <a:lnTo>
                      <a:pt x="1913890" y="1913890"/>
                    </a:lnTo>
                    <a:lnTo>
                      <a:pt x="0" y="1913890"/>
                    </a:lnTo>
                    <a:close/>
                  </a:path>
                </a:pathLst>
              </a:custGeom>
              <a:solidFill>
                <a:srgbClr val="717273"/>
              </a:solidFill>
            </p:spPr>
          </p:sp>
        </p:grpSp>
        <p:grpSp>
          <p:nvGrpSpPr>
            <p:cNvPr name="Group 14" id="14"/>
            <p:cNvGrpSpPr/>
            <p:nvPr/>
          </p:nvGrpSpPr>
          <p:grpSpPr>
            <a:xfrm rot="0">
              <a:off x="0" y="914400"/>
              <a:ext cx="457200" cy="457200"/>
              <a:chOff x="0" y="0"/>
              <a:chExt cx="1913890" cy="1913890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1913890" cy="1913890"/>
              </a:xfrm>
              <a:custGeom>
                <a:avLst/>
                <a:gdLst/>
                <a:ahLst/>
                <a:cxnLst/>
                <a:rect r="r" b="b" t="t" l="l"/>
                <a:pathLst>
                  <a:path h="1913890" w="1913890">
                    <a:moveTo>
                      <a:pt x="0" y="0"/>
                    </a:moveTo>
                    <a:lnTo>
                      <a:pt x="1913890" y="0"/>
                    </a:lnTo>
                    <a:lnTo>
                      <a:pt x="1913890" y="1913890"/>
                    </a:lnTo>
                    <a:lnTo>
                      <a:pt x="0" y="191389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</p:grpSp>
      <p:grpSp>
        <p:nvGrpSpPr>
          <p:cNvPr name="Group 16" id="16"/>
          <p:cNvGrpSpPr/>
          <p:nvPr/>
        </p:nvGrpSpPr>
        <p:grpSpPr>
          <a:xfrm rot="0">
            <a:off x="1028700" y="9258300"/>
            <a:ext cx="388291" cy="388291"/>
            <a:chOff x="0" y="0"/>
            <a:chExt cx="1913890" cy="191389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913890" cy="1913890"/>
            </a:xfrm>
            <a:custGeom>
              <a:avLst/>
              <a:gdLst/>
              <a:ahLst/>
              <a:cxnLst/>
              <a:rect r="r" b="b" t="t" l="l"/>
              <a:pathLst>
                <a:path h="1913890" w="1913890">
                  <a:moveTo>
                    <a:pt x="0" y="0"/>
                  </a:moveTo>
                  <a:lnTo>
                    <a:pt x="1913890" y="0"/>
                  </a:lnTo>
                  <a:lnTo>
                    <a:pt x="1913890" y="1913890"/>
                  </a:lnTo>
                  <a:lnTo>
                    <a:pt x="0" y="1913890"/>
                  </a:lnTo>
                  <a:close/>
                </a:path>
              </a:pathLst>
            </a:custGeom>
          </p:spPr>
        </p:sp>
      </p:grpSp>
      <p:sp>
        <p:nvSpPr>
          <p:cNvPr name="TextBox 18" id="18"/>
          <p:cNvSpPr txBox="true"/>
          <p:nvPr/>
        </p:nvSpPr>
        <p:spPr>
          <a:xfrm rot="0">
            <a:off x="8591328" y="3363031"/>
            <a:ext cx="8667972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60"/>
              </a:lnSpc>
            </a:pPr>
            <a:r>
              <a:rPr lang="en-US" sz="2800" u="none">
                <a:solidFill>
                  <a:srgbClr val="FFFFFF"/>
                </a:solidFill>
                <a:latin typeface="Ruda"/>
                <a:ea typeface="Ruda"/>
                <a:cs typeface="Ruda"/>
                <a:sym typeface="Ruda"/>
              </a:rPr>
              <a:t>Briefly elaborate on what you want to discuss. 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13838936" y="5449742"/>
            <a:ext cx="6840729" cy="6106905"/>
          </a:xfrm>
          <a:custGeom>
            <a:avLst/>
            <a:gdLst/>
            <a:ahLst/>
            <a:cxnLst/>
            <a:rect r="r" b="b" t="t" l="l"/>
            <a:pathLst>
              <a:path h="6106905" w="6840729">
                <a:moveTo>
                  <a:pt x="0" y="0"/>
                </a:moveTo>
                <a:lnTo>
                  <a:pt x="6840728" y="0"/>
                </a:lnTo>
                <a:lnTo>
                  <a:pt x="6840728" y="6106905"/>
                </a:lnTo>
                <a:lnTo>
                  <a:pt x="0" y="610690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1028700" y="3472259"/>
            <a:ext cx="6592629" cy="23985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135"/>
              </a:lnSpc>
            </a:pPr>
            <a:r>
              <a:rPr lang="en-US" sz="10039" u="none">
                <a:solidFill>
                  <a:srgbClr val="A5F951"/>
                </a:solidFill>
                <a:latin typeface="Staatliches"/>
                <a:ea typeface="Staatliches"/>
                <a:cs typeface="Staatliches"/>
                <a:sym typeface="Staatliches"/>
              </a:rPr>
              <a:t>Write your topic or idea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28700" y="634218"/>
            <a:ext cx="533673" cy="4421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86"/>
              </a:lnSpc>
            </a:pPr>
            <a:r>
              <a:rPr lang="en-US" b="true" sz="2835" u="sng">
                <a:solidFill>
                  <a:srgbClr val="A5F951"/>
                </a:solidFill>
                <a:latin typeface="Ruda Heavy"/>
                <a:ea typeface="Ruda Heavy"/>
                <a:cs typeface="Ruda Heavy"/>
                <a:sym typeface="Ruda Heavy"/>
              </a:rPr>
              <a:t>8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144000" y="8944107"/>
            <a:ext cx="8115300" cy="3141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520"/>
              </a:lnSpc>
            </a:pPr>
            <a:r>
              <a:rPr lang="en-US" sz="2100" u="sng">
                <a:solidFill>
                  <a:srgbClr val="FFFFFF"/>
                </a:solidFill>
                <a:latin typeface="Ruda"/>
                <a:ea typeface="Ruda"/>
                <a:cs typeface="Ruda"/>
                <a:sym typeface="Ruda"/>
                <a:hlinkClick r:id="rId4" action="ppaction://hlinksldjump"/>
              </a:rPr>
              <a:t>Go Back to Agenda Page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7743928" y="1108589"/>
            <a:ext cx="10380406" cy="9037207"/>
          </a:xfrm>
          <a:prstGeom prst="rect">
            <a:avLst/>
          </a:prstGeom>
        </p:spPr>
      </p:pic>
      <p:grpSp>
        <p:nvGrpSpPr>
          <p:cNvPr name="Group 3" id="3"/>
          <p:cNvGrpSpPr/>
          <p:nvPr/>
        </p:nvGrpSpPr>
        <p:grpSpPr>
          <a:xfrm rot="0">
            <a:off x="17945100" y="0"/>
            <a:ext cx="342900" cy="1028700"/>
            <a:chOff x="0" y="0"/>
            <a:chExt cx="457200" cy="1371600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457200" cy="457200"/>
              <a:chOff x="0" y="0"/>
              <a:chExt cx="1913890" cy="1913890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1913890" cy="1913890"/>
              </a:xfrm>
              <a:custGeom>
                <a:avLst/>
                <a:gdLst/>
                <a:ahLst/>
                <a:cxnLst/>
                <a:rect r="r" b="b" t="t" l="l"/>
                <a:pathLst>
                  <a:path h="1913890" w="1913890">
                    <a:moveTo>
                      <a:pt x="0" y="0"/>
                    </a:moveTo>
                    <a:lnTo>
                      <a:pt x="1913890" y="0"/>
                    </a:lnTo>
                    <a:lnTo>
                      <a:pt x="1913890" y="1913890"/>
                    </a:lnTo>
                    <a:lnTo>
                      <a:pt x="0" y="1913890"/>
                    </a:lnTo>
                    <a:close/>
                  </a:path>
                </a:pathLst>
              </a:custGeom>
              <a:solidFill>
                <a:srgbClr val="A5F951"/>
              </a:solidFill>
            </p:spPr>
          </p:sp>
        </p:grpSp>
        <p:grpSp>
          <p:nvGrpSpPr>
            <p:cNvPr name="Group 6" id="6"/>
            <p:cNvGrpSpPr/>
            <p:nvPr/>
          </p:nvGrpSpPr>
          <p:grpSpPr>
            <a:xfrm rot="0">
              <a:off x="0" y="457200"/>
              <a:ext cx="457200" cy="457200"/>
              <a:chOff x="0" y="0"/>
              <a:chExt cx="1913890" cy="191389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1913890" cy="1913890"/>
              </a:xfrm>
              <a:custGeom>
                <a:avLst/>
                <a:gdLst/>
                <a:ahLst/>
                <a:cxnLst/>
                <a:rect r="r" b="b" t="t" l="l"/>
                <a:pathLst>
                  <a:path h="1913890" w="1913890">
                    <a:moveTo>
                      <a:pt x="0" y="0"/>
                    </a:moveTo>
                    <a:lnTo>
                      <a:pt x="1913890" y="0"/>
                    </a:lnTo>
                    <a:lnTo>
                      <a:pt x="1913890" y="1913890"/>
                    </a:lnTo>
                    <a:lnTo>
                      <a:pt x="0" y="1913890"/>
                    </a:lnTo>
                    <a:close/>
                  </a:path>
                </a:pathLst>
              </a:custGeom>
              <a:solidFill>
                <a:srgbClr val="717273"/>
              </a:solidFill>
            </p:spPr>
          </p:sp>
        </p:grpSp>
        <p:grpSp>
          <p:nvGrpSpPr>
            <p:cNvPr name="Group 8" id="8"/>
            <p:cNvGrpSpPr/>
            <p:nvPr/>
          </p:nvGrpSpPr>
          <p:grpSpPr>
            <a:xfrm rot="0">
              <a:off x="0" y="914400"/>
              <a:ext cx="457200" cy="457200"/>
              <a:chOff x="0" y="0"/>
              <a:chExt cx="1913890" cy="1913890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1913890" cy="1913890"/>
              </a:xfrm>
              <a:custGeom>
                <a:avLst/>
                <a:gdLst/>
                <a:ahLst/>
                <a:cxnLst/>
                <a:rect r="r" b="b" t="t" l="l"/>
                <a:pathLst>
                  <a:path h="1913890" w="1913890">
                    <a:moveTo>
                      <a:pt x="0" y="0"/>
                    </a:moveTo>
                    <a:lnTo>
                      <a:pt x="1913890" y="0"/>
                    </a:lnTo>
                    <a:lnTo>
                      <a:pt x="1913890" y="1913890"/>
                    </a:lnTo>
                    <a:lnTo>
                      <a:pt x="0" y="191389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</p:grpSp>
      <p:grpSp>
        <p:nvGrpSpPr>
          <p:cNvPr name="Group 10" id="10"/>
          <p:cNvGrpSpPr/>
          <p:nvPr/>
        </p:nvGrpSpPr>
        <p:grpSpPr>
          <a:xfrm rot="-5400000">
            <a:off x="1028700" y="9258300"/>
            <a:ext cx="342900" cy="342900"/>
            <a:chOff x="0" y="0"/>
            <a:chExt cx="1913890" cy="191389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913890" cy="1913890"/>
            </a:xfrm>
            <a:custGeom>
              <a:avLst/>
              <a:gdLst/>
              <a:ahLst/>
              <a:cxnLst/>
              <a:rect r="r" b="b" t="t" l="l"/>
              <a:pathLst>
                <a:path h="1913890" w="1913890">
                  <a:moveTo>
                    <a:pt x="0" y="0"/>
                  </a:moveTo>
                  <a:lnTo>
                    <a:pt x="1913890" y="0"/>
                  </a:lnTo>
                  <a:lnTo>
                    <a:pt x="1913890" y="1913890"/>
                  </a:lnTo>
                  <a:lnTo>
                    <a:pt x="0" y="1913890"/>
                  </a:lnTo>
                  <a:close/>
                </a:path>
              </a:pathLst>
            </a:custGeom>
            <a:solidFill>
              <a:srgbClr val="A5F951"/>
            </a:solidFill>
          </p:spPr>
        </p:sp>
      </p:grpSp>
      <p:grpSp>
        <p:nvGrpSpPr>
          <p:cNvPr name="Group 12" id="12"/>
          <p:cNvGrpSpPr/>
          <p:nvPr/>
        </p:nvGrpSpPr>
        <p:grpSpPr>
          <a:xfrm rot="-5400000">
            <a:off x="1371600" y="9258300"/>
            <a:ext cx="342900" cy="342900"/>
            <a:chOff x="0" y="0"/>
            <a:chExt cx="1913890" cy="191389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913890" cy="1913890"/>
            </a:xfrm>
            <a:custGeom>
              <a:avLst/>
              <a:gdLst/>
              <a:ahLst/>
              <a:cxnLst/>
              <a:rect r="r" b="b" t="t" l="l"/>
              <a:pathLst>
                <a:path h="1913890" w="1913890">
                  <a:moveTo>
                    <a:pt x="0" y="0"/>
                  </a:moveTo>
                  <a:lnTo>
                    <a:pt x="1913890" y="0"/>
                  </a:lnTo>
                  <a:lnTo>
                    <a:pt x="1913890" y="1913890"/>
                  </a:lnTo>
                  <a:lnTo>
                    <a:pt x="0" y="1913890"/>
                  </a:lnTo>
                  <a:close/>
                </a:path>
              </a:pathLst>
            </a:custGeom>
            <a:solidFill>
              <a:srgbClr val="717273"/>
            </a:solidFill>
          </p:spPr>
        </p:sp>
      </p:grpSp>
      <p:grpSp>
        <p:nvGrpSpPr>
          <p:cNvPr name="Group 14" id="14"/>
          <p:cNvGrpSpPr/>
          <p:nvPr/>
        </p:nvGrpSpPr>
        <p:grpSpPr>
          <a:xfrm rot="-5400000">
            <a:off x="1714500" y="9258300"/>
            <a:ext cx="342900" cy="342900"/>
            <a:chOff x="0" y="0"/>
            <a:chExt cx="1913890" cy="191389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913890" cy="1913890"/>
            </a:xfrm>
            <a:custGeom>
              <a:avLst/>
              <a:gdLst/>
              <a:ahLst/>
              <a:cxnLst/>
              <a:rect r="r" b="b" t="t" l="l"/>
              <a:pathLst>
                <a:path h="1913890" w="1913890">
                  <a:moveTo>
                    <a:pt x="0" y="0"/>
                  </a:moveTo>
                  <a:lnTo>
                    <a:pt x="1913890" y="0"/>
                  </a:lnTo>
                  <a:lnTo>
                    <a:pt x="1913890" y="1913890"/>
                  </a:lnTo>
                  <a:lnTo>
                    <a:pt x="0" y="191389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1028700" y="634218"/>
            <a:ext cx="533673" cy="4421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86"/>
              </a:lnSpc>
            </a:pPr>
            <a:r>
              <a:rPr lang="en-US" b="true" sz="2835" u="sng">
                <a:solidFill>
                  <a:srgbClr val="A5F951"/>
                </a:solidFill>
                <a:latin typeface="Ruda Heavy"/>
                <a:ea typeface="Ruda Heavy"/>
                <a:cs typeface="Ruda Heavy"/>
                <a:sym typeface="Ruda Heavy"/>
              </a:rPr>
              <a:t>9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028700" y="3268980"/>
            <a:ext cx="6592629" cy="2790989"/>
            <a:chOff x="0" y="0"/>
            <a:chExt cx="8790172" cy="3721319"/>
          </a:xfrm>
        </p:grpSpPr>
        <p:sp>
          <p:nvSpPr>
            <p:cNvPr name="TextBox 18" id="18"/>
            <p:cNvSpPr txBox="true"/>
            <p:nvPr/>
          </p:nvSpPr>
          <p:spPr>
            <a:xfrm rot="0">
              <a:off x="0" y="209550"/>
              <a:ext cx="8790172" cy="234056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6480"/>
                </a:lnSpc>
              </a:pPr>
              <a:r>
                <a:rPr lang="en-US" sz="7200" u="none">
                  <a:solidFill>
                    <a:srgbClr val="A5F951"/>
                  </a:solidFill>
                  <a:latin typeface="Staatliches"/>
                  <a:ea typeface="Staatliches"/>
                  <a:cs typeface="Staatliches"/>
                  <a:sym typeface="Staatliches"/>
                </a:rPr>
                <a:t>Write your</a:t>
              </a:r>
            </a:p>
            <a:p>
              <a:pPr algn="l" marL="0" indent="0" lvl="0">
                <a:lnSpc>
                  <a:spcPts val="6480"/>
                </a:lnSpc>
              </a:pPr>
              <a:r>
                <a:rPr lang="en-US" sz="7200" u="none">
                  <a:solidFill>
                    <a:srgbClr val="A5F951"/>
                  </a:solidFill>
                  <a:latin typeface="Staatliches"/>
                  <a:ea typeface="Staatliches"/>
                  <a:cs typeface="Staatliches"/>
                  <a:sym typeface="Staatliches"/>
                </a:rPr>
                <a:t>topic or idea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0" y="3300187"/>
              <a:ext cx="8790172" cy="42113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583"/>
                </a:lnSpc>
              </a:pPr>
              <a:r>
                <a:rPr lang="en-US" sz="2100" spc="48" u="none">
                  <a:solidFill>
                    <a:srgbClr val="FFFFFF"/>
                  </a:solidFill>
                  <a:latin typeface="Ruda"/>
                  <a:ea typeface="Ruda"/>
                  <a:cs typeface="Ruda"/>
                  <a:sym typeface="Ruda"/>
                </a:rPr>
                <a:t>Briefly elaborate on what you want to discuss. 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343077" y="1964627"/>
            <a:ext cx="4720200" cy="12460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135"/>
              </a:lnSpc>
            </a:pPr>
            <a:r>
              <a:rPr lang="en-US" sz="10039" u="none">
                <a:solidFill>
                  <a:srgbClr val="A5F951"/>
                </a:solidFill>
                <a:latin typeface="Staatliches"/>
                <a:ea typeface="Staatliches"/>
                <a:cs typeface="Staatliches"/>
                <a:sym typeface="Staatliches"/>
              </a:rPr>
              <a:t>7 out of 7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5343077" y="4692544"/>
            <a:ext cx="4720200" cy="1245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135"/>
              </a:lnSpc>
            </a:pPr>
            <a:r>
              <a:rPr lang="en-US" sz="10039" u="none">
                <a:solidFill>
                  <a:srgbClr val="A5F951"/>
                </a:solidFill>
                <a:latin typeface="Staatliches"/>
                <a:ea typeface="Staatliches"/>
                <a:cs typeface="Staatliches"/>
                <a:sym typeface="Staatliches"/>
              </a:rPr>
              <a:t>100%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5343077" y="7420411"/>
            <a:ext cx="4720200" cy="1245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135"/>
              </a:lnSpc>
            </a:pPr>
            <a:r>
              <a:rPr lang="en-US" sz="10039" u="none">
                <a:solidFill>
                  <a:srgbClr val="A5F951"/>
                </a:solidFill>
                <a:latin typeface="Staatliches"/>
                <a:ea typeface="Staatliches"/>
                <a:cs typeface="Staatliches"/>
                <a:sym typeface="Staatliches"/>
              </a:rPr>
              <a:t>7 million</a:t>
            </a:r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2261955" y="4487754"/>
            <a:ext cx="2364511" cy="1379298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2240888" y="1698734"/>
            <a:ext cx="2617318" cy="1501408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2233280" y="7340440"/>
            <a:ext cx="2708620" cy="1129860"/>
          </a:xfrm>
          <a:prstGeom prst="rect">
            <a:avLst/>
          </a:prstGeom>
        </p:spPr>
      </p:pic>
      <p:grpSp>
        <p:nvGrpSpPr>
          <p:cNvPr name="Group 8" id="8"/>
          <p:cNvGrpSpPr/>
          <p:nvPr/>
        </p:nvGrpSpPr>
        <p:grpSpPr>
          <a:xfrm rot="0">
            <a:off x="17945100" y="0"/>
            <a:ext cx="342900" cy="1028700"/>
            <a:chOff x="0" y="0"/>
            <a:chExt cx="457200" cy="1371600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0" y="0"/>
              <a:ext cx="457200" cy="457200"/>
              <a:chOff x="0" y="0"/>
              <a:chExt cx="1913890" cy="191389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1913890" cy="1913890"/>
              </a:xfrm>
              <a:custGeom>
                <a:avLst/>
                <a:gdLst/>
                <a:ahLst/>
                <a:cxnLst/>
                <a:rect r="r" b="b" t="t" l="l"/>
                <a:pathLst>
                  <a:path h="1913890" w="1913890">
                    <a:moveTo>
                      <a:pt x="0" y="0"/>
                    </a:moveTo>
                    <a:lnTo>
                      <a:pt x="1913890" y="0"/>
                    </a:lnTo>
                    <a:lnTo>
                      <a:pt x="1913890" y="1913890"/>
                    </a:lnTo>
                    <a:lnTo>
                      <a:pt x="0" y="1913890"/>
                    </a:lnTo>
                    <a:close/>
                  </a:path>
                </a:pathLst>
              </a:custGeom>
              <a:solidFill>
                <a:srgbClr val="A5F951"/>
              </a:solidFill>
            </p:spPr>
          </p:sp>
        </p:grpSp>
        <p:grpSp>
          <p:nvGrpSpPr>
            <p:cNvPr name="Group 11" id="11"/>
            <p:cNvGrpSpPr/>
            <p:nvPr/>
          </p:nvGrpSpPr>
          <p:grpSpPr>
            <a:xfrm rot="0">
              <a:off x="0" y="457200"/>
              <a:ext cx="457200" cy="457200"/>
              <a:chOff x="0" y="0"/>
              <a:chExt cx="1913890" cy="1913890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1913890" cy="1913890"/>
              </a:xfrm>
              <a:custGeom>
                <a:avLst/>
                <a:gdLst/>
                <a:ahLst/>
                <a:cxnLst/>
                <a:rect r="r" b="b" t="t" l="l"/>
                <a:pathLst>
                  <a:path h="1913890" w="1913890">
                    <a:moveTo>
                      <a:pt x="0" y="0"/>
                    </a:moveTo>
                    <a:lnTo>
                      <a:pt x="1913890" y="0"/>
                    </a:lnTo>
                    <a:lnTo>
                      <a:pt x="1913890" y="1913890"/>
                    </a:lnTo>
                    <a:lnTo>
                      <a:pt x="0" y="1913890"/>
                    </a:lnTo>
                    <a:close/>
                  </a:path>
                </a:pathLst>
              </a:custGeom>
              <a:solidFill>
                <a:srgbClr val="717273"/>
              </a:solidFill>
            </p:spPr>
          </p:sp>
        </p:grpSp>
        <p:grpSp>
          <p:nvGrpSpPr>
            <p:cNvPr name="Group 13" id="13"/>
            <p:cNvGrpSpPr/>
            <p:nvPr/>
          </p:nvGrpSpPr>
          <p:grpSpPr>
            <a:xfrm rot="0">
              <a:off x="0" y="914400"/>
              <a:ext cx="457200" cy="457200"/>
              <a:chOff x="0" y="0"/>
              <a:chExt cx="1913890" cy="1913890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1913890" cy="1913890"/>
              </a:xfrm>
              <a:custGeom>
                <a:avLst/>
                <a:gdLst/>
                <a:ahLst/>
                <a:cxnLst/>
                <a:rect r="r" b="b" t="t" l="l"/>
                <a:pathLst>
                  <a:path h="1913890" w="1913890">
                    <a:moveTo>
                      <a:pt x="0" y="0"/>
                    </a:moveTo>
                    <a:lnTo>
                      <a:pt x="1913890" y="0"/>
                    </a:lnTo>
                    <a:lnTo>
                      <a:pt x="1913890" y="1913890"/>
                    </a:lnTo>
                    <a:lnTo>
                      <a:pt x="0" y="191389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</p:grpSp>
      <p:grpSp>
        <p:nvGrpSpPr>
          <p:cNvPr name="Group 15" id="15"/>
          <p:cNvGrpSpPr/>
          <p:nvPr/>
        </p:nvGrpSpPr>
        <p:grpSpPr>
          <a:xfrm rot="-5400000">
            <a:off x="1028700" y="9258300"/>
            <a:ext cx="342900" cy="342900"/>
            <a:chOff x="0" y="0"/>
            <a:chExt cx="1913890" cy="191389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913890" cy="1913890"/>
            </a:xfrm>
            <a:custGeom>
              <a:avLst/>
              <a:gdLst/>
              <a:ahLst/>
              <a:cxnLst/>
              <a:rect r="r" b="b" t="t" l="l"/>
              <a:pathLst>
                <a:path h="1913890" w="1913890">
                  <a:moveTo>
                    <a:pt x="0" y="0"/>
                  </a:moveTo>
                  <a:lnTo>
                    <a:pt x="1913890" y="0"/>
                  </a:lnTo>
                  <a:lnTo>
                    <a:pt x="1913890" y="1913890"/>
                  </a:lnTo>
                  <a:lnTo>
                    <a:pt x="0" y="1913890"/>
                  </a:lnTo>
                  <a:close/>
                </a:path>
              </a:pathLst>
            </a:custGeom>
            <a:solidFill>
              <a:srgbClr val="A5F951"/>
            </a:solidFill>
          </p:spPr>
        </p:sp>
      </p:grpSp>
      <p:grpSp>
        <p:nvGrpSpPr>
          <p:cNvPr name="Group 17" id="17"/>
          <p:cNvGrpSpPr/>
          <p:nvPr/>
        </p:nvGrpSpPr>
        <p:grpSpPr>
          <a:xfrm rot="-5400000">
            <a:off x="1371600" y="9258300"/>
            <a:ext cx="342900" cy="342900"/>
            <a:chOff x="0" y="0"/>
            <a:chExt cx="1913890" cy="191389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913890" cy="1913890"/>
            </a:xfrm>
            <a:custGeom>
              <a:avLst/>
              <a:gdLst/>
              <a:ahLst/>
              <a:cxnLst/>
              <a:rect r="r" b="b" t="t" l="l"/>
              <a:pathLst>
                <a:path h="1913890" w="1913890">
                  <a:moveTo>
                    <a:pt x="0" y="0"/>
                  </a:moveTo>
                  <a:lnTo>
                    <a:pt x="1913890" y="0"/>
                  </a:lnTo>
                  <a:lnTo>
                    <a:pt x="1913890" y="1913890"/>
                  </a:lnTo>
                  <a:lnTo>
                    <a:pt x="0" y="1913890"/>
                  </a:lnTo>
                  <a:close/>
                </a:path>
              </a:pathLst>
            </a:custGeom>
            <a:solidFill>
              <a:srgbClr val="717273"/>
            </a:solidFill>
          </p:spPr>
        </p:sp>
      </p:grpSp>
      <p:grpSp>
        <p:nvGrpSpPr>
          <p:cNvPr name="Group 19" id="19"/>
          <p:cNvGrpSpPr/>
          <p:nvPr/>
        </p:nvGrpSpPr>
        <p:grpSpPr>
          <a:xfrm rot="-5400000">
            <a:off x="1714500" y="9258300"/>
            <a:ext cx="342900" cy="342900"/>
            <a:chOff x="0" y="0"/>
            <a:chExt cx="1913890" cy="191389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913890" cy="1913890"/>
            </a:xfrm>
            <a:custGeom>
              <a:avLst/>
              <a:gdLst/>
              <a:ahLst/>
              <a:cxnLst/>
              <a:rect r="r" b="b" t="t" l="l"/>
              <a:pathLst>
                <a:path h="1913890" w="1913890">
                  <a:moveTo>
                    <a:pt x="0" y="0"/>
                  </a:moveTo>
                  <a:lnTo>
                    <a:pt x="1913890" y="0"/>
                  </a:lnTo>
                  <a:lnTo>
                    <a:pt x="1913890" y="1913890"/>
                  </a:lnTo>
                  <a:lnTo>
                    <a:pt x="0" y="191389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1028700" y="634218"/>
            <a:ext cx="533673" cy="4421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86"/>
              </a:lnSpc>
            </a:pPr>
            <a:r>
              <a:rPr lang="en-US" b="true" sz="2835" u="sng">
                <a:solidFill>
                  <a:srgbClr val="A5F951"/>
                </a:solidFill>
                <a:latin typeface="Ruda Heavy"/>
                <a:ea typeface="Ruda Heavy"/>
                <a:cs typeface="Ruda Heavy"/>
                <a:sym typeface="Ruda Heavy"/>
              </a:rPr>
              <a:t>11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482377" y="2239888"/>
            <a:ext cx="6776923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60"/>
              </a:lnSpc>
            </a:pPr>
            <a:r>
              <a:rPr lang="en-US" sz="2800">
                <a:solidFill>
                  <a:srgbClr val="FFFFFF"/>
                </a:solidFill>
                <a:latin typeface="Ruda"/>
                <a:ea typeface="Ruda"/>
                <a:cs typeface="Ruda"/>
                <a:sym typeface="Ruda"/>
              </a:rPr>
              <a:t>Elaborate on the featured statistic.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482377" y="4967854"/>
            <a:ext cx="6776923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60"/>
              </a:lnSpc>
            </a:pPr>
            <a:r>
              <a:rPr lang="en-US" sz="2800">
                <a:solidFill>
                  <a:srgbClr val="FFFFFF"/>
                </a:solidFill>
                <a:latin typeface="Ruda"/>
                <a:ea typeface="Ruda"/>
                <a:cs typeface="Ruda"/>
                <a:sym typeface="Ruda"/>
              </a:rPr>
              <a:t>Elaborate on the featured statistic.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0482377" y="7695820"/>
            <a:ext cx="6776923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60"/>
              </a:lnSpc>
            </a:pPr>
            <a:r>
              <a:rPr lang="en-US" sz="2800">
                <a:solidFill>
                  <a:srgbClr val="FFFFFF"/>
                </a:solidFill>
                <a:latin typeface="Ruda"/>
                <a:ea typeface="Ruda"/>
                <a:cs typeface="Ruda"/>
                <a:sym typeface="Ruda"/>
              </a:rPr>
              <a:t>Elaborate on the featured statistic.</a:t>
            </a:r>
          </a:p>
        </p:txBody>
      </p:sp>
      <p:sp>
        <p:nvSpPr>
          <p:cNvPr name="AutoShape 25" id="25"/>
          <p:cNvSpPr/>
          <p:nvPr/>
        </p:nvSpPr>
        <p:spPr>
          <a:xfrm rot="-10800000">
            <a:off x="2458998" y="3808658"/>
            <a:ext cx="13832383" cy="0"/>
          </a:xfrm>
          <a:prstGeom prst="line">
            <a:avLst/>
          </a:prstGeom>
          <a:ln cap="rnd" w="9525">
            <a:solidFill>
              <a:srgbClr val="A5F95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6" id="26"/>
          <p:cNvSpPr/>
          <p:nvPr/>
        </p:nvSpPr>
        <p:spPr>
          <a:xfrm rot="-10800000">
            <a:off x="2458998" y="6536624"/>
            <a:ext cx="13832383" cy="0"/>
          </a:xfrm>
          <a:prstGeom prst="line">
            <a:avLst/>
          </a:prstGeom>
          <a:ln cap="rnd" w="9525">
            <a:solidFill>
              <a:srgbClr val="A5F951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945100" y="0"/>
            <a:ext cx="342900" cy="1028700"/>
            <a:chOff x="0" y="0"/>
            <a:chExt cx="457200" cy="1371600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457200" cy="457200"/>
              <a:chOff x="0" y="0"/>
              <a:chExt cx="1913890" cy="191389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1913890" cy="1913890"/>
              </a:xfrm>
              <a:custGeom>
                <a:avLst/>
                <a:gdLst/>
                <a:ahLst/>
                <a:cxnLst/>
                <a:rect r="r" b="b" t="t" l="l"/>
                <a:pathLst>
                  <a:path h="1913890" w="1913890">
                    <a:moveTo>
                      <a:pt x="0" y="0"/>
                    </a:moveTo>
                    <a:lnTo>
                      <a:pt x="1913890" y="0"/>
                    </a:lnTo>
                    <a:lnTo>
                      <a:pt x="1913890" y="1913890"/>
                    </a:lnTo>
                    <a:lnTo>
                      <a:pt x="0" y="1913890"/>
                    </a:lnTo>
                    <a:close/>
                  </a:path>
                </a:pathLst>
              </a:custGeom>
              <a:solidFill>
                <a:srgbClr val="A5F951"/>
              </a:solidFill>
            </p:spPr>
          </p:sp>
        </p:grpSp>
        <p:grpSp>
          <p:nvGrpSpPr>
            <p:cNvPr name="Group 5" id="5"/>
            <p:cNvGrpSpPr/>
            <p:nvPr/>
          </p:nvGrpSpPr>
          <p:grpSpPr>
            <a:xfrm rot="0">
              <a:off x="0" y="457200"/>
              <a:ext cx="457200" cy="457200"/>
              <a:chOff x="0" y="0"/>
              <a:chExt cx="1913890" cy="1913890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1913890" cy="1913890"/>
              </a:xfrm>
              <a:custGeom>
                <a:avLst/>
                <a:gdLst/>
                <a:ahLst/>
                <a:cxnLst/>
                <a:rect r="r" b="b" t="t" l="l"/>
                <a:pathLst>
                  <a:path h="1913890" w="1913890">
                    <a:moveTo>
                      <a:pt x="0" y="0"/>
                    </a:moveTo>
                    <a:lnTo>
                      <a:pt x="1913890" y="0"/>
                    </a:lnTo>
                    <a:lnTo>
                      <a:pt x="1913890" y="1913890"/>
                    </a:lnTo>
                    <a:lnTo>
                      <a:pt x="0" y="1913890"/>
                    </a:lnTo>
                    <a:close/>
                  </a:path>
                </a:pathLst>
              </a:custGeom>
              <a:solidFill>
                <a:srgbClr val="717273"/>
              </a:solidFill>
            </p:spPr>
          </p:sp>
        </p:grpSp>
        <p:grpSp>
          <p:nvGrpSpPr>
            <p:cNvPr name="Group 7" id="7"/>
            <p:cNvGrpSpPr/>
            <p:nvPr/>
          </p:nvGrpSpPr>
          <p:grpSpPr>
            <a:xfrm rot="0">
              <a:off x="0" y="914400"/>
              <a:ext cx="457200" cy="457200"/>
              <a:chOff x="0" y="0"/>
              <a:chExt cx="1913890" cy="191389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1913890" cy="1913890"/>
              </a:xfrm>
              <a:custGeom>
                <a:avLst/>
                <a:gdLst/>
                <a:ahLst/>
                <a:cxnLst/>
                <a:rect r="r" b="b" t="t" l="l"/>
                <a:pathLst>
                  <a:path h="1913890" w="1913890">
                    <a:moveTo>
                      <a:pt x="0" y="0"/>
                    </a:moveTo>
                    <a:lnTo>
                      <a:pt x="1913890" y="0"/>
                    </a:lnTo>
                    <a:lnTo>
                      <a:pt x="1913890" y="1913890"/>
                    </a:lnTo>
                    <a:lnTo>
                      <a:pt x="0" y="191389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</p:grpSp>
      <p:grpSp>
        <p:nvGrpSpPr>
          <p:cNvPr name="Group 9" id="9"/>
          <p:cNvGrpSpPr/>
          <p:nvPr/>
        </p:nvGrpSpPr>
        <p:grpSpPr>
          <a:xfrm rot="-5400000">
            <a:off x="1028700" y="9258300"/>
            <a:ext cx="342900" cy="342900"/>
            <a:chOff x="0" y="0"/>
            <a:chExt cx="1913890" cy="191389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913890" cy="1913890"/>
            </a:xfrm>
            <a:custGeom>
              <a:avLst/>
              <a:gdLst/>
              <a:ahLst/>
              <a:cxnLst/>
              <a:rect r="r" b="b" t="t" l="l"/>
              <a:pathLst>
                <a:path h="1913890" w="1913890">
                  <a:moveTo>
                    <a:pt x="0" y="0"/>
                  </a:moveTo>
                  <a:lnTo>
                    <a:pt x="1913890" y="0"/>
                  </a:lnTo>
                  <a:lnTo>
                    <a:pt x="1913890" y="1913890"/>
                  </a:lnTo>
                  <a:lnTo>
                    <a:pt x="0" y="1913890"/>
                  </a:lnTo>
                  <a:close/>
                </a:path>
              </a:pathLst>
            </a:custGeom>
            <a:solidFill>
              <a:srgbClr val="A5F951"/>
            </a:solidFill>
          </p:spPr>
        </p:sp>
      </p:grpSp>
      <p:grpSp>
        <p:nvGrpSpPr>
          <p:cNvPr name="Group 11" id="11"/>
          <p:cNvGrpSpPr/>
          <p:nvPr/>
        </p:nvGrpSpPr>
        <p:grpSpPr>
          <a:xfrm rot="-5400000">
            <a:off x="1371600" y="9258300"/>
            <a:ext cx="342900" cy="342900"/>
            <a:chOff x="0" y="0"/>
            <a:chExt cx="1913890" cy="191389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913890" cy="1913890"/>
            </a:xfrm>
            <a:custGeom>
              <a:avLst/>
              <a:gdLst/>
              <a:ahLst/>
              <a:cxnLst/>
              <a:rect r="r" b="b" t="t" l="l"/>
              <a:pathLst>
                <a:path h="1913890" w="1913890">
                  <a:moveTo>
                    <a:pt x="0" y="0"/>
                  </a:moveTo>
                  <a:lnTo>
                    <a:pt x="1913890" y="0"/>
                  </a:lnTo>
                  <a:lnTo>
                    <a:pt x="1913890" y="1913890"/>
                  </a:lnTo>
                  <a:lnTo>
                    <a:pt x="0" y="1913890"/>
                  </a:lnTo>
                  <a:close/>
                </a:path>
              </a:pathLst>
            </a:custGeom>
            <a:solidFill>
              <a:srgbClr val="717273"/>
            </a:solidFill>
          </p:spPr>
        </p:sp>
      </p:grpSp>
      <p:grpSp>
        <p:nvGrpSpPr>
          <p:cNvPr name="Group 13" id="13"/>
          <p:cNvGrpSpPr/>
          <p:nvPr/>
        </p:nvGrpSpPr>
        <p:grpSpPr>
          <a:xfrm rot="-5400000">
            <a:off x="1714500" y="9258300"/>
            <a:ext cx="342900" cy="342900"/>
            <a:chOff x="0" y="0"/>
            <a:chExt cx="1913890" cy="191389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913890" cy="1913890"/>
            </a:xfrm>
            <a:custGeom>
              <a:avLst/>
              <a:gdLst/>
              <a:ahLst/>
              <a:cxnLst/>
              <a:rect r="r" b="b" t="t" l="l"/>
              <a:pathLst>
                <a:path h="1913890" w="1913890">
                  <a:moveTo>
                    <a:pt x="0" y="0"/>
                  </a:moveTo>
                  <a:lnTo>
                    <a:pt x="1913890" y="0"/>
                  </a:lnTo>
                  <a:lnTo>
                    <a:pt x="1913890" y="1913890"/>
                  </a:lnTo>
                  <a:lnTo>
                    <a:pt x="0" y="191389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028700" y="4707303"/>
            <a:ext cx="323850" cy="323850"/>
            <a:chOff x="0" y="0"/>
            <a:chExt cx="6350000" cy="63500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AutoShape 17" id="17"/>
          <p:cNvSpPr/>
          <p:nvPr/>
        </p:nvSpPr>
        <p:spPr>
          <a:xfrm rot="0">
            <a:off x="1028700" y="4864466"/>
            <a:ext cx="16230600" cy="0"/>
          </a:xfrm>
          <a:prstGeom prst="line">
            <a:avLst/>
          </a:prstGeom>
          <a:ln cap="rnd" w="9525">
            <a:solidFill>
              <a:srgbClr val="A5F951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8" id="18"/>
          <p:cNvGrpSpPr/>
          <p:nvPr/>
        </p:nvGrpSpPr>
        <p:grpSpPr>
          <a:xfrm rot="0">
            <a:off x="985974" y="4712066"/>
            <a:ext cx="309562" cy="309562"/>
            <a:chOff x="0" y="0"/>
            <a:chExt cx="1913890" cy="191389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913890" cy="1913890"/>
            </a:xfrm>
            <a:custGeom>
              <a:avLst/>
              <a:gdLst/>
              <a:ahLst/>
              <a:cxnLst/>
              <a:rect r="r" b="b" t="t" l="l"/>
              <a:pathLst>
                <a:path h="1913890" w="1913890">
                  <a:moveTo>
                    <a:pt x="0" y="0"/>
                  </a:moveTo>
                  <a:lnTo>
                    <a:pt x="1913890" y="0"/>
                  </a:lnTo>
                  <a:lnTo>
                    <a:pt x="1913890" y="1913890"/>
                  </a:lnTo>
                  <a:lnTo>
                    <a:pt x="0" y="1913890"/>
                  </a:lnTo>
                  <a:close/>
                </a:path>
              </a:pathLst>
            </a:custGeom>
            <a:solidFill>
              <a:srgbClr val="A5F951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5331546" y="4712066"/>
            <a:ext cx="309562" cy="309562"/>
            <a:chOff x="0" y="0"/>
            <a:chExt cx="1913890" cy="191389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913890" cy="1913890"/>
            </a:xfrm>
            <a:custGeom>
              <a:avLst/>
              <a:gdLst/>
              <a:ahLst/>
              <a:cxnLst/>
              <a:rect r="r" b="b" t="t" l="l"/>
              <a:pathLst>
                <a:path h="1913890" w="1913890">
                  <a:moveTo>
                    <a:pt x="0" y="0"/>
                  </a:moveTo>
                  <a:lnTo>
                    <a:pt x="1913890" y="0"/>
                  </a:lnTo>
                  <a:lnTo>
                    <a:pt x="1913890" y="1913890"/>
                  </a:lnTo>
                  <a:lnTo>
                    <a:pt x="0" y="1913890"/>
                  </a:lnTo>
                  <a:close/>
                </a:path>
              </a:pathLst>
            </a:custGeom>
            <a:solidFill>
              <a:srgbClr val="A5F951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9605817" y="4712066"/>
            <a:ext cx="309562" cy="309562"/>
            <a:chOff x="0" y="0"/>
            <a:chExt cx="1913890" cy="191389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913890" cy="1913890"/>
            </a:xfrm>
            <a:custGeom>
              <a:avLst/>
              <a:gdLst/>
              <a:ahLst/>
              <a:cxnLst/>
              <a:rect r="r" b="b" t="t" l="l"/>
              <a:pathLst>
                <a:path h="1913890" w="1913890">
                  <a:moveTo>
                    <a:pt x="0" y="0"/>
                  </a:moveTo>
                  <a:lnTo>
                    <a:pt x="1913890" y="0"/>
                  </a:lnTo>
                  <a:lnTo>
                    <a:pt x="1913890" y="1913890"/>
                  </a:lnTo>
                  <a:lnTo>
                    <a:pt x="0" y="1913890"/>
                  </a:lnTo>
                  <a:close/>
                </a:path>
              </a:pathLst>
            </a:custGeom>
            <a:solidFill>
              <a:srgbClr val="A5F951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3908663" y="4712066"/>
            <a:ext cx="309562" cy="309562"/>
            <a:chOff x="0" y="0"/>
            <a:chExt cx="1913890" cy="191389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913890" cy="1913890"/>
            </a:xfrm>
            <a:custGeom>
              <a:avLst/>
              <a:gdLst/>
              <a:ahLst/>
              <a:cxnLst/>
              <a:rect r="r" b="b" t="t" l="l"/>
              <a:pathLst>
                <a:path h="1913890" w="1913890">
                  <a:moveTo>
                    <a:pt x="0" y="0"/>
                  </a:moveTo>
                  <a:lnTo>
                    <a:pt x="1913890" y="0"/>
                  </a:lnTo>
                  <a:lnTo>
                    <a:pt x="1913890" y="1913890"/>
                  </a:lnTo>
                  <a:lnTo>
                    <a:pt x="0" y="1913890"/>
                  </a:lnTo>
                  <a:close/>
                </a:path>
              </a:pathLst>
            </a:custGeom>
            <a:solidFill>
              <a:srgbClr val="A5F951"/>
            </a:solidFill>
          </p:spPr>
        </p:sp>
      </p:grpSp>
      <p:sp>
        <p:nvSpPr>
          <p:cNvPr name="TextBox 26" id="26"/>
          <p:cNvSpPr txBox="true"/>
          <p:nvPr/>
        </p:nvSpPr>
        <p:spPr>
          <a:xfrm rot="0">
            <a:off x="1028700" y="1980408"/>
            <a:ext cx="16230600" cy="12460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135"/>
              </a:lnSpc>
            </a:pPr>
            <a:r>
              <a:rPr lang="en-US" sz="10039" u="none">
                <a:solidFill>
                  <a:srgbClr val="A5F951"/>
                </a:solidFill>
                <a:latin typeface="Staatliches"/>
                <a:ea typeface="Staatliches"/>
                <a:cs typeface="Staatliches"/>
                <a:sym typeface="Staatliches"/>
              </a:rPr>
              <a:t>Write your topic or idea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9605817" y="5427866"/>
            <a:ext cx="3364925" cy="1481328"/>
            <a:chOff x="0" y="0"/>
            <a:chExt cx="4486566" cy="1975104"/>
          </a:xfrm>
        </p:grpSpPr>
        <p:sp>
          <p:nvSpPr>
            <p:cNvPr name="TextBox 28" id="28"/>
            <p:cNvSpPr txBox="true"/>
            <p:nvPr/>
          </p:nvSpPr>
          <p:spPr>
            <a:xfrm rot="0">
              <a:off x="0" y="-9525"/>
              <a:ext cx="4486566" cy="619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sz="3000" u="none">
                  <a:solidFill>
                    <a:srgbClr val="A5F951"/>
                  </a:solidFill>
                  <a:latin typeface="Staatliches"/>
                  <a:ea typeface="Staatliches"/>
                  <a:cs typeface="Staatliches"/>
                  <a:sym typeface="Staatliches"/>
                </a:rPr>
                <a:t>Add a main point</a:t>
              </a:r>
            </a:p>
          </p:txBody>
        </p:sp>
        <p:sp>
          <p:nvSpPr>
            <p:cNvPr name="TextBox 29" id="29"/>
            <p:cNvSpPr txBox="true"/>
            <p:nvPr/>
          </p:nvSpPr>
          <p:spPr>
            <a:xfrm rot="0">
              <a:off x="0" y="1122172"/>
              <a:ext cx="4486566" cy="85293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583"/>
                </a:lnSpc>
              </a:pPr>
              <a:r>
                <a:rPr lang="en-US" sz="2100" spc="48" u="none">
                  <a:solidFill>
                    <a:srgbClr val="FFFFFF"/>
                  </a:solidFill>
                  <a:latin typeface="Ruda"/>
                  <a:ea typeface="Ruda"/>
                  <a:cs typeface="Ruda"/>
                  <a:sym typeface="Ruda"/>
                </a:rPr>
                <a:t>Elaborate on what you want to discuss. 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3894375" y="5427866"/>
            <a:ext cx="3364925" cy="1481328"/>
            <a:chOff x="0" y="0"/>
            <a:chExt cx="4486566" cy="1975104"/>
          </a:xfrm>
        </p:grpSpPr>
        <p:sp>
          <p:nvSpPr>
            <p:cNvPr name="TextBox 31" id="31"/>
            <p:cNvSpPr txBox="true"/>
            <p:nvPr/>
          </p:nvSpPr>
          <p:spPr>
            <a:xfrm rot="0">
              <a:off x="0" y="-9525"/>
              <a:ext cx="4486566" cy="619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sz="3000" u="none">
                  <a:solidFill>
                    <a:srgbClr val="A5F951"/>
                  </a:solidFill>
                  <a:latin typeface="Staatliches"/>
                  <a:ea typeface="Staatliches"/>
                  <a:cs typeface="Staatliches"/>
                  <a:sym typeface="Staatliches"/>
                </a:rPr>
                <a:t>Add a main point</a:t>
              </a:r>
            </a:p>
          </p:txBody>
        </p:sp>
        <p:sp>
          <p:nvSpPr>
            <p:cNvPr name="TextBox 32" id="32"/>
            <p:cNvSpPr txBox="true"/>
            <p:nvPr/>
          </p:nvSpPr>
          <p:spPr>
            <a:xfrm rot="0">
              <a:off x="0" y="1122172"/>
              <a:ext cx="4486566" cy="85293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583"/>
                </a:lnSpc>
              </a:pPr>
              <a:r>
                <a:rPr lang="en-US" sz="2100" spc="48" u="none">
                  <a:solidFill>
                    <a:srgbClr val="FFFFFF"/>
                  </a:solidFill>
                  <a:latin typeface="Ruda"/>
                  <a:ea typeface="Ruda"/>
                  <a:cs typeface="Ruda"/>
                  <a:sym typeface="Ruda"/>
                </a:rPr>
                <a:t>Elaborate on what you want to discuss. 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028700" y="5427866"/>
            <a:ext cx="3364925" cy="1481328"/>
            <a:chOff x="0" y="0"/>
            <a:chExt cx="4486566" cy="1975104"/>
          </a:xfrm>
        </p:grpSpPr>
        <p:sp>
          <p:nvSpPr>
            <p:cNvPr name="TextBox 34" id="34"/>
            <p:cNvSpPr txBox="true"/>
            <p:nvPr/>
          </p:nvSpPr>
          <p:spPr>
            <a:xfrm rot="0">
              <a:off x="0" y="-9525"/>
              <a:ext cx="4486566" cy="619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sz="3000" u="none">
                  <a:solidFill>
                    <a:srgbClr val="A5F951"/>
                  </a:solidFill>
                  <a:latin typeface="Staatliches"/>
                  <a:ea typeface="Staatliches"/>
                  <a:cs typeface="Staatliches"/>
                  <a:sym typeface="Staatliches"/>
                </a:rPr>
                <a:t>Add a main point</a:t>
              </a:r>
            </a:p>
          </p:txBody>
        </p:sp>
        <p:sp>
          <p:nvSpPr>
            <p:cNvPr name="TextBox 35" id="35"/>
            <p:cNvSpPr txBox="true"/>
            <p:nvPr/>
          </p:nvSpPr>
          <p:spPr>
            <a:xfrm rot="0">
              <a:off x="0" y="1122172"/>
              <a:ext cx="4486566" cy="85293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583"/>
                </a:lnSpc>
              </a:pPr>
              <a:r>
                <a:rPr lang="en-US" sz="2100" spc="48" u="none">
                  <a:solidFill>
                    <a:srgbClr val="FFFFFF"/>
                  </a:solidFill>
                  <a:latin typeface="Ruda"/>
                  <a:ea typeface="Ruda"/>
                  <a:cs typeface="Ruda"/>
                  <a:sym typeface="Ruda"/>
                </a:rPr>
                <a:t>Elaborate on what you want to discuss. 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5317258" y="5427866"/>
            <a:ext cx="3364925" cy="1481328"/>
            <a:chOff x="0" y="0"/>
            <a:chExt cx="4486566" cy="1975104"/>
          </a:xfrm>
        </p:grpSpPr>
        <p:sp>
          <p:nvSpPr>
            <p:cNvPr name="TextBox 37" id="37"/>
            <p:cNvSpPr txBox="true"/>
            <p:nvPr/>
          </p:nvSpPr>
          <p:spPr>
            <a:xfrm rot="0">
              <a:off x="0" y="-9525"/>
              <a:ext cx="4486566" cy="619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sz="3000" u="none">
                  <a:solidFill>
                    <a:srgbClr val="A5F951"/>
                  </a:solidFill>
                  <a:latin typeface="Staatliches"/>
                  <a:ea typeface="Staatliches"/>
                  <a:cs typeface="Staatliches"/>
                  <a:sym typeface="Staatliches"/>
                </a:rPr>
                <a:t>Add a main point</a:t>
              </a:r>
            </a:p>
          </p:txBody>
        </p:sp>
        <p:sp>
          <p:nvSpPr>
            <p:cNvPr name="TextBox 38" id="38"/>
            <p:cNvSpPr txBox="true"/>
            <p:nvPr/>
          </p:nvSpPr>
          <p:spPr>
            <a:xfrm rot="0">
              <a:off x="0" y="1122172"/>
              <a:ext cx="4486566" cy="85293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583"/>
                </a:lnSpc>
              </a:pPr>
              <a:r>
                <a:rPr lang="en-US" sz="2100" spc="48" u="none">
                  <a:solidFill>
                    <a:srgbClr val="FFFFFF"/>
                  </a:solidFill>
                  <a:latin typeface="Ruda"/>
                  <a:ea typeface="Ruda"/>
                  <a:cs typeface="Ruda"/>
                  <a:sym typeface="Ruda"/>
                </a:rPr>
                <a:t>Elaborate on what you want to discuss. </a:t>
              </a:r>
            </a:p>
          </p:txBody>
        </p:sp>
      </p:grpSp>
      <p:sp>
        <p:nvSpPr>
          <p:cNvPr name="TextBox 39" id="39"/>
          <p:cNvSpPr txBox="true"/>
          <p:nvPr/>
        </p:nvSpPr>
        <p:spPr>
          <a:xfrm rot="0">
            <a:off x="1028700" y="634218"/>
            <a:ext cx="533673" cy="4421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86"/>
              </a:lnSpc>
            </a:pPr>
            <a:r>
              <a:rPr lang="en-US" b="true" sz="2835" u="sng">
                <a:solidFill>
                  <a:srgbClr val="A5F951"/>
                </a:solidFill>
                <a:latin typeface="Ruda Heavy"/>
                <a:ea typeface="Ruda Heavy"/>
                <a:cs typeface="Ruda Heavy"/>
                <a:sym typeface="Ruda Heavy"/>
              </a:rPr>
              <a:t>12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9144000" y="8944107"/>
            <a:ext cx="8115300" cy="3141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520"/>
              </a:lnSpc>
            </a:pPr>
            <a:r>
              <a:rPr lang="en-US" sz="2100" u="sng">
                <a:solidFill>
                  <a:srgbClr val="FFFFFF"/>
                </a:solidFill>
                <a:latin typeface="Ruda"/>
                <a:ea typeface="Ruda"/>
                <a:cs typeface="Ruda"/>
                <a:sym typeface="Ruda"/>
                <a:hlinkClick r:id="rId2" action="ppaction://hlinksldjump"/>
              </a:rPr>
              <a:t>Go Back to Agenda Page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Table 2" id="2"/>
          <p:cNvGraphicFramePr>
            <a:graphicFrameLocks noGrp="true"/>
          </p:cNvGraphicFramePr>
          <p:nvPr/>
        </p:nvGraphicFramePr>
        <p:xfrm>
          <a:off x="1028700" y="3477331"/>
          <a:ext cx="16216156" cy="5494966"/>
        </p:xfrm>
        <a:graphic>
          <a:graphicData uri="http://schemas.openxmlformats.org/drawingml/2006/table">
            <a:tbl>
              <a:tblPr/>
              <a:tblGrid>
                <a:gridCol w="3243231"/>
                <a:gridCol w="3243231"/>
                <a:gridCol w="3243231"/>
                <a:gridCol w="3243231"/>
                <a:gridCol w="3243231"/>
              </a:tblGrid>
              <a:tr h="99334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01"/>
                        </a:lnSpc>
                        <a:defRPr/>
                      </a:pPr>
                      <a:r>
                        <a:rPr lang="en-US" b="true" sz="1501">
                          <a:solidFill>
                            <a:srgbClr val="000000"/>
                          </a:solidFill>
                          <a:latin typeface="Ruda Heavy"/>
                          <a:ea typeface="Ruda Heavy"/>
                          <a:cs typeface="Ruda Heavy"/>
                          <a:sym typeface="Ruda Heavy"/>
                        </a:rPr>
                        <a:t>WRITE A COLUMN NAME</a:t>
                      </a:r>
                      <a:endParaRPr lang="en-US" sz="1100"/>
                    </a:p>
                  </a:txBody>
                  <a:tcPr marL="159793" marR="159793" marT="159793" marB="159793" anchor="ctr">
                    <a:lnL cmpd="sng" algn="ctr" cap="flat" w="9525">
                      <a:solidFill>
                        <a:srgbClr val="A5F9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A5F9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A5F9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F95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01"/>
                        </a:lnSpc>
                        <a:defRPr/>
                      </a:pPr>
                      <a:r>
                        <a:rPr lang="en-US" b="true" sz="1501">
                          <a:solidFill>
                            <a:srgbClr val="000000"/>
                          </a:solidFill>
                          <a:latin typeface="Ruda Heavy"/>
                          <a:ea typeface="Ruda Heavy"/>
                          <a:cs typeface="Ruda Heavy"/>
                          <a:sym typeface="Ruda Heavy"/>
                        </a:rPr>
                        <a:t>WRITE A COLUMN NAME</a:t>
                      </a:r>
                      <a:endParaRPr lang="en-US" sz="1100"/>
                    </a:p>
                  </a:txBody>
                  <a:tcPr marL="159793" marR="159793" marT="159793" marB="159793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A5F9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A5F9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F95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01"/>
                        </a:lnSpc>
                        <a:defRPr/>
                      </a:pPr>
                      <a:r>
                        <a:rPr lang="en-US" b="true" sz="1501">
                          <a:solidFill>
                            <a:srgbClr val="000000"/>
                          </a:solidFill>
                          <a:latin typeface="Ruda Heavy"/>
                          <a:ea typeface="Ruda Heavy"/>
                          <a:cs typeface="Ruda Heavy"/>
                          <a:sym typeface="Ruda Heavy"/>
                        </a:rPr>
                        <a:t>WRITE A COLUMN NAME</a:t>
                      </a:r>
                      <a:endParaRPr lang="en-US" sz="1100"/>
                    </a:p>
                  </a:txBody>
                  <a:tcPr marL="159793" marR="159793" marT="159793" marB="159793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A5F9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A5F9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F95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01"/>
                        </a:lnSpc>
                        <a:defRPr/>
                      </a:pPr>
                      <a:r>
                        <a:rPr lang="en-US" b="true" sz="1501">
                          <a:solidFill>
                            <a:srgbClr val="000000"/>
                          </a:solidFill>
                          <a:latin typeface="Ruda Heavy"/>
                          <a:ea typeface="Ruda Heavy"/>
                          <a:cs typeface="Ruda Heavy"/>
                          <a:sym typeface="Ruda Heavy"/>
                        </a:rPr>
                        <a:t>WRITE A COLUMN NAME</a:t>
                      </a:r>
                      <a:endParaRPr lang="en-US" sz="1100"/>
                    </a:p>
                  </a:txBody>
                  <a:tcPr marL="159793" marR="159793" marT="159793" marB="159793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A5F9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A5F9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F95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01"/>
                        </a:lnSpc>
                        <a:defRPr/>
                      </a:pPr>
                      <a:r>
                        <a:rPr lang="en-US" b="true" sz="1501">
                          <a:solidFill>
                            <a:srgbClr val="000000"/>
                          </a:solidFill>
                          <a:latin typeface="Ruda Heavy"/>
                          <a:ea typeface="Ruda Heavy"/>
                          <a:cs typeface="Ruda Heavy"/>
                          <a:sym typeface="Ruda Heavy"/>
                        </a:rPr>
                        <a:t>WRITE A COLUMN NAME</a:t>
                      </a:r>
                      <a:endParaRPr lang="en-US" sz="1100"/>
                    </a:p>
                  </a:txBody>
                  <a:tcPr marL="159793" marR="159793" marT="159793" marB="159793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A5F9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A5F9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A5F9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F951"/>
                    </a:solidFill>
                  </a:tcPr>
                </a:tc>
              </a:tr>
              <a:tr h="77331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61"/>
                        </a:lnSpc>
                        <a:defRPr/>
                      </a:pPr>
                      <a:r>
                        <a:rPr lang="en-US" sz="1401">
                          <a:solidFill>
                            <a:srgbClr val="000000"/>
                          </a:solidFill>
                          <a:latin typeface="Ruda"/>
                          <a:ea typeface="Ruda"/>
                          <a:cs typeface="Ruda"/>
                          <a:sym typeface="Ruda"/>
                        </a:rPr>
                        <a:t>Double click to add text</a:t>
                      </a:r>
                      <a:endParaRPr lang="en-US" sz="1100"/>
                    </a:p>
                  </a:txBody>
                  <a:tcPr marL="159793" marR="159793" marT="159793" marB="159793" anchor="ctr">
                    <a:lnL cmpd="sng" algn="ctr" cap="flat" w="9525">
                      <a:solidFill>
                        <a:srgbClr val="A5F9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A5F9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A5F9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A5F9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61"/>
                        </a:lnSpc>
                        <a:defRPr/>
                      </a:pPr>
                      <a:endParaRPr lang="en-US" sz="1100"/>
                    </a:p>
                  </a:txBody>
                  <a:tcPr marL="159793" marR="159793" marT="159793" marB="159793" anchor="ctr">
                    <a:lnL cmpd="sng" algn="ctr" cap="flat" w="9525">
                      <a:solidFill>
                        <a:srgbClr val="A5F9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A5F9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A5F9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A5F9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61"/>
                        </a:lnSpc>
                        <a:defRPr/>
                      </a:pPr>
                      <a:endParaRPr lang="en-US" sz="1100"/>
                    </a:p>
                  </a:txBody>
                  <a:tcPr marL="159793" marR="159793" marT="159793" marB="159793" anchor="ctr">
                    <a:lnL cmpd="sng" algn="ctr" cap="flat" w="9525">
                      <a:solidFill>
                        <a:srgbClr val="A5F9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A5F9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A5F9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A5F9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61"/>
                        </a:lnSpc>
                        <a:defRPr/>
                      </a:pPr>
                      <a:endParaRPr lang="en-US" sz="1100"/>
                    </a:p>
                  </a:txBody>
                  <a:tcPr marL="159793" marR="159793" marT="159793" marB="159793" anchor="ctr">
                    <a:lnL cmpd="sng" algn="ctr" cap="flat" w="9525">
                      <a:solidFill>
                        <a:srgbClr val="A5F9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A5F9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A5F9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A5F9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61"/>
                        </a:lnSpc>
                        <a:defRPr/>
                      </a:pPr>
                      <a:endParaRPr lang="en-US" sz="1100"/>
                    </a:p>
                  </a:txBody>
                  <a:tcPr marL="159793" marR="159793" marT="159793" marB="159793" anchor="ctr">
                    <a:lnL cmpd="sng" algn="ctr" cap="flat" w="9525">
                      <a:solidFill>
                        <a:srgbClr val="A5F9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A5F9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A5F9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A5F9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158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61"/>
                        </a:lnSpc>
                        <a:defRPr/>
                      </a:pPr>
                      <a:endParaRPr lang="en-US" sz="1100"/>
                    </a:p>
                  </a:txBody>
                  <a:tcPr marL="159793" marR="159793" marT="159793" marB="159793" anchor="ctr">
                    <a:lnL cmpd="sng" algn="ctr" cap="flat" w="9525">
                      <a:solidFill>
                        <a:srgbClr val="A5F9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A5F9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A5F9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A5F9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61"/>
                        </a:lnSpc>
                        <a:defRPr/>
                      </a:pPr>
                      <a:endParaRPr lang="en-US" sz="1100"/>
                    </a:p>
                  </a:txBody>
                  <a:tcPr marL="159793" marR="159793" marT="159793" marB="159793" anchor="ctr">
                    <a:lnL cmpd="sng" algn="ctr" cap="flat" w="9525">
                      <a:solidFill>
                        <a:srgbClr val="A5F9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A5F9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A5F9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A5F9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61"/>
                        </a:lnSpc>
                        <a:defRPr/>
                      </a:pPr>
                      <a:endParaRPr lang="en-US" sz="1100"/>
                    </a:p>
                  </a:txBody>
                  <a:tcPr marL="159793" marR="159793" marT="159793" marB="159793" anchor="ctr">
                    <a:lnL cmpd="sng" algn="ctr" cap="flat" w="9525">
                      <a:solidFill>
                        <a:srgbClr val="A5F9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A5F9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A5F9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A5F9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61"/>
                        </a:lnSpc>
                        <a:defRPr/>
                      </a:pPr>
                      <a:endParaRPr lang="en-US" sz="1100"/>
                    </a:p>
                  </a:txBody>
                  <a:tcPr marL="159793" marR="159793" marT="159793" marB="159793" anchor="ctr">
                    <a:lnL cmpd="sng" algn="ctr" cap="flat" w="9525">
                      <a:solidFill>
                        <a:srgbClr val="A5F9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A5F9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A5F9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A5F9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61"/>
                        </a:lnSpc>
                        <a:defRPr/>
                      </a:pPr>
                      <a:endParaRPr lang="en-US" sz="1100"/>
                    </a:p>
                  </a:txBody>
                  <a:tcPr marL="159793" marR="159793" marT="159793" marB="159793" anchor="ctr">
                    <a:lnL cmpd="sng" algn="ctr" cap="flat" w="9525">
                      <a:solidFill>
                        <a:srgbClr val="A5F9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A5F9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A5F9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A5F9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3504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61"/>
                        </a:lnSpc>
                        <a:defRPr/>
                      </a:pPr>
                      <a:endParaRPr lang="en-US" sz="1100"/>
                    </a:p>
                  </a:txBody>
                  <a:tcPr marL="159793" marR="159793" marT="159793" marB="159793" anchor="ctr">
                    <a:lnL cmpd="sng" algn="ctr" cap="flat" w="9525">
                      <a:solidFill>
                        <a:srgbClr val="A5F9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A5F9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A5F9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A5F9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61"/>
                        </a:lnSpc>
                        <a:defRPr/>
                      </a:pPr>
                      <a:endParaRPr lang="en-US" sz="1100"/>
                    </a:p>
                  </a:txBody>
                  <a:tcPr marL="159793" marR="159793" marT="159793" marB="159793" anchor="ctr">
                    <a:lnL cmpd="sng" algn="ctr" cap="flat" w="9525">
                      <a:solidFill>
                        <a:srgbClr val="A5F9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A5F9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A5F9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A5F9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61"/>
                        </a:lnSpc>
                        <a:defRPr/>
                      </a:pPr>
                      <a:endParaRPr lang="en-US" sz="1100"/>
                    </a:p>
                  </a:txBody>
                  <a:tcPr marL="159793" marR="159793" marT="159793" marB="159793" anchor="ctr">
                    <a:lnL cmpd="sng" algn="ctr" cap="flat" w="9525">
                      <a:solidFill>
                        <a:srgbClr val="A5F9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A5F9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A5F9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A5F9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61"/>
                        </a:lnSpc>
                        <a:defRPr/>
                      </a:pPr>
                      <a:endParaRPr lang="en-US" sz="1100"/>
                    </a:p>
                  </a:txBody>
                  <a:tcPr marL="159793" marR="159793" marT="159793" marB="159793" anchor="ctr">
                    <a:lnL cmpd="sng" algn="ctr" cap="flat" w="9525">
                      <a:solidFill>
                        <a:srgbClr val="A5F9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A5F9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A5F9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A5F9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61"/>
                        </a:lnSpc>
                        <a:defRPr/>
                      </a:pPr>
                      <a:endParaRPr lang="en-US" sz="1100"/>
                    </a:p>
                  </a:txBody>
                  <a:tcPr marL="159793" marR="159793" marT="159793" marB="159793" anchor="ctr">
                    <a:lnL cmpd="sng" algn="ctr" cap="flat" w="9525">
                      <a:solidFill>
                        <a:srgbClr val="A5F9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A5F9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A5F9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A5F9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331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61"/>
                        </a:lnSpc>
                        <a:defRPr/>
                      </a:pPr>
                      <a:endParaRPr lang="en-US" sz="1100"/>
                    </a:p>
                  </a:txBody>
                  <a:tcPr marL="159793" marR="159793" marT="159793" marB="159793" anchor="ctr">
                    <a:lnL cmpd="sng" algn="ctr" cap="flat" w="9525">
                      <a:solidFill>
                        <a:srgbClr val="A5F9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A5F9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A5F9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A5F9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61"/>
                        </a:lnSpc>
                        <a:defRPr/>
                      </a:pPr>
                      <a:endParaRPr lang="en-US" sz="1100"/>
                    </a:p>
                  </a:txBody>
                  <a:tcPr marL="159793" marR="159793" marT="159793" marB="159793" anchor="ctr">
                    <a:lnL cmpd="sng" algn="ctr" cap="flat" w="9525">
                      <a:solidFill>
                        <a:srgbClr val="A5F9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A5F9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A5F9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A5F9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61"/>
                        </a:lnSpc>
                        <a:defRPr/>
                      </a:pPr>
                      <a:endParaRPr lang="en-US" sz="1100"/>
                    </a:p>
                  </a:txBody>
                  <a:tcPr marL="159793" marR="159793" marT="159793" marB="159793" anchor="ctr">
                    <a:lnL cmpd="sng" algn="ctr" cap="flat" w="9525">
                      <a:solidFill>
                        <a:srgbClr val="A5F9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A5F9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A5F9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A5F9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61"/>
                        </a:lnSpc>
                        <a:defRPr/>
                      </a:pPr>
                      <a:endParaRPr lang="en-US" sz="1100"/>
                    </a:p>
                  </a:txBody>
                  <a:tcPr marL="159793" marR="159793" marT="159793" marB="159793" anchor="ctr">
                    <a:lnL cmpd="sng" algn="ctr" cap="flat" w="9525">
                      <a:solidFill>
                        <a:srgbClr val="A5F9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A5F9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A5F9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A5F9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61"/>
                        </a:lnSpc>
                        <a:defRPr/>
                      </a:pPr>
                      <a:endParaRPr lang="en-US" sz="1100"/>
                    </a:p>
                  </a:txBody>
                  <a:tcPr marL="159793" marR="159793" marT="159793" marB="159793" anchor="ctr">
                    <a:lnL cmpd="sng" algn="ctr" cap="flat" w="9525">
                      <a:solidFill>
                        <a:srgbClr val="A5F9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A5F9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A5F9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A5F9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331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61"/>
                        </a:lnSpc>
                        <a:defRPr/>
                      </a:pPr>
                      <a:endParaRPr lang="en-US" sz="1100"/>
                    </a:p>
                  </a:txBody>
                  <a:tcPr marL="159793" marR="159793" marT="159793" marB="159793" anchor="ctr">
                    <a:lnL cmpd="sng" algn="ctr" cap="flat" w="9525">
                      <a:solidFill>
                        <a:srgbClr val="A5F9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A5F9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A5F9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A5F9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61"/>
                        </a:lnSpc>
                        <a:defRPr/>
                      </a:pPr>
                      <a:endParaRPr lang="en-US" sz="1100"/>
                    </a:p>
                  </a:txBody>
                  <a:tcPr marL="159793" marR="159793" marT="159793" marB="159793" anchor="ctr">
                    <a:lnL cmpd="sng" algn="ctr" cap="flat" w="9525">
                      <a:solidFill>
                        <a:srgbClr val="A5F9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A5F9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A5F9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A5F9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61"/>
                        </a:lnSpc>
                        <a:defRPr/>
                      </a:pPr>
                      <a:endParaRPr lang="en-US" sz="1100"/>
                    </a:p>
                  </a:txBody>
                  <a:tcPr marL="159793" marR="159793" marT="159793" marB="159793" anchor="ctr">
                    <a:lnL cmpd="sng" algn="ctr" cap="flat" w="9525">
                      <a:solidFill>
                        <a:srgbClr val="A5F9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A5F9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A5F9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A5F9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61"/>
                        </a:lnSpc>
                        <a:defRPr/>
                      </a:pPr>
                      <a:endParaRPr lang="en-US" sz="1100"/>
                    </a:p>
                  </a:txBody>
                  <a:tcPr marL="159793" marR="159793" marT="159793" marB="159793" anchor="ctr">
                    <a:lnL cmpd="sng" algn="ctr" cap="flat" w="9525">
                      <a:solidFill>
                        <a:srgbClr val="A5F9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A5F9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A5F9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A5F9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61"/>
                        </a:lnSpc>
                        <a:defRPr/>
                      </a:pPr>
                      <a:endParaRPr lang="en-US" sz="1100"/>
                    </a:p>
                  </a:txBody>
                  <a:tcPr marL="159793" marR="159793" marT="159793" marB="159793" anchor="ctr">
                    <a:lnL cmpd="sng" algn="ctr" cap="flat" w="9525">
                      <a:solidFill>
                        <a:srgbClr val="A5F9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A5F9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A5F9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A5F9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3504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61"/>
                        </a:lnSpc>
                        <a:defRPr/>
                      </a:pPr>
                      <a:endParaRPr lang="en-US" sz="1100"/>
                    </a:p>
                  </a:txBody>
                  <a:tcPr marL="159793" marR="159793" marT="159793" marB="159793" anchor="ctr">
                    <a:lnL cmpd="sng" algn="ctr" cap="flat" w="9525">
                      <a:solidFill>
                        <a:srgbClr val="A5F9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A5F9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A5F9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A5F9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61"/>
                        </a:lnSpc>
                        <a:defRPr/>
                      </a:pPr>
                      <a:endParaRPr lang="en-US" sz="1100"/>
                    </a:p>
                  </a:txBody>
                  <a:tcPr marL="159793" marR="159793" marT="159793" marB="159793" anchor="ctr">
                    <a:lnL cmpd="sng" algn="ctr" cap="flat" w="9525">
                      <a:solidFill>
                        <a:srgbClr val="A5F9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A5F9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A5F9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A5F9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61"/>
                        </a:lnSpc>
                        <a:defRPr/>
                      </a:pPr>
                      <a:endParaRPr lang="en-US" sz="1100"/>
                    </a:p>
                  </a:txBody>
                  <a:tcPr marL="159793" marR="159793" marT="159793" marB="159793" anchor="ctr">
                    <a:lnL cmpd="sng" algn="ctr" cap="flat" w="9525">
                      <a:solidFill>
                        <a:srgbClr val="A5F9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A5F9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A5F9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A5F9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61"/>
                        </a:lnSpc>
                        <a:defRPr/>
                      </a:pPr>
                      <a:endParaRPr lang="en-US" sz="1100"/>
                    </a:p>
                  </a:txBody>
                  <a:tcPr marL="159793" marR="159793" marT="159793" marB="159793" anchor="ctr">
                    <a:lnL cmpd="sng" algn="ctr" cap="flat" w="9525">
                      <a:solidFill>
                        <a:srgbClr val="A5F9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A5F9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A5F9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A5F9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61"/>
                        </a:lnSpc>
                        <a:defRPr/>
                      </a:pPr>
                      <a:endParaRPr lang="en-US" sz="1100"/>
                    </a:p>
                  </a:txBody>
                  <a:tcPr marL="159793" marR="159793" marT="159793" marB="159793" anchor="ctr">
                    <a:lnL cmpd="sng" algn="ctr" cap="flat" w="9525">
                      <a:solidFill>
                        <a:srgbClr val="A5F9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A5F9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A5F9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A5F9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name="Group 3" id="3"/>
          <p:cNvGrpSpPr/>
          <p:nvPr/>
        </p:nvGrpSpPr>
        <p:grpSpPr>
          <a:xfrm rot="0">
            <a:off x="17945100" y="0"/>
            <a:ext cx="342900" cy="1028700"/>
            <a:chOff x="0" y="0"/>
            <a:chExt cx="457200" cy="1371600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457200" cy="457200"/>
              <a:chOff x="0" y="0"/>
              <a:chExt cx="1913890" cy="1913890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1913890" cy="1913890"/>
              </a:xfrm>
              <a:custGeom>
                <a:avLst/>
                <a:gdLst/>
                <a:ahLst/>
                <a:cxnLst/>
                <a:rect r="r" b="b" t="t" l="l"/>
                <a:pathLst>
                  <a:path h="1913890" w="1913890">
                    <a:moveTo>
                      <a:pt x="0" y="0"/>
                    </a:moveTo>
                    <a:lnTo>
                      <a:pt x="1913890" y="0"/>
                    </a:lnTo>
                    <a:lnTo>
                      <a:pt x="1913890" y="1913890"/>
                    </a:lnTo>
                    <a:lnTo>
                      <a:pt x="0" y="1913890"/>
                    </a:lnTo>
                    <a:close/>
                  </a:path>
                </a:pathLst>
              </a:custGeom>
              <a:solidFill>
                <a:srgbClr val="A5F951"/>
              </a:solidFill>
            </p:spPr>
          </p:sp>
        </p:grpSp>
        <p:grpSp>
          <p:nvGrpSpPr>
            <p:cNvPr name="Group 6" id="6"/>
            <p:cNvGrpSpPr/>
            <p:nvPr/>
          </p:nvGrpSpPr>
          <p:grpSpPr>
            <a:xfrm rot="0">
              <a:off x="0" y="457200"/>
              <a:ext cx="457200" cy="457200"/>
              <a:chOff x="0" y="0"/>
              <a:chExt cx="1913890" cy="191389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1913890" cy="1913890"/>
              </a:xfrm>
              <a:custGeom>
                <a:avLst/>
                <a:gdLst/>
                <a:ahLst/>
                <a:cxnLst/>
                <a:rect r="r" b="b" t="t" l="l"/>
                <a:pathLst>
                  <a:path h="1913890" w="1913890">
                    <a:moveTo>
                      <a:pt x="0" y="0"/>
                    </a:moveTo>
                    <a:lnTo>
                      <a:pt x="1913890" y="0"/>
                    </a:lnTo>
                    <a:lnTo>
                      <a:pt x="1913890" y="1913890"/>
                    </a:lnTo>
                    <a:lnTo>
                      <a:pt x="0" y="1913890"/>
                    </a:lnTo>
                    <a:close/>
                  </a:path>
                </a:pathLst>
              </a:custGeom>
              <a:solidFill>
                <a:srgbClr val="717273"/>
              </a:solidFill>
            </p:spPr>
          </p:sp>
        </p:grpSp>
        <p:grpSp>
          <p:nvGrpSpPr>
            <p:cNvPr name="Group 8" id="8"/>
            <p:cNvGrpSpPr/>
            <p:nvPr/>
          </p:nvGrpSpPr>
          <p:grpSpPr>
            <a:xfrm rot="0">
              <a:off x="0" y="914400"/>
              <a:ext cx="457200" cy="457200"/>
              <a:chOff x="0" y="0"/>
              <a:chExt cx="1913890" cy="1913890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1913890" cy="1913890"/>
              </a:xfrm>
              <a:custGeom>
                <a:avLst/>
                <a:gdLst/>
                <a:ahLst/>
                <a:cxnLst/>
                <a:rect r="r" b="b" t="t" l="l"/>
                <a:pathLst>
                  <a:path h="1913890" w="1913890">
                    <a:moveTo>
                      <a:pt x="0" y="0"/>
                    </a:moveTo>
                    <a:lnTo>
                      <a:pt x="1913890" y="0"/>
                    </a:lnTo>
                    <a:lnTo>
                      <a:pt x="1913890" y="1913890"/>
                    </a:lnTo>
                    <a:lnTo>
                      <a:pt x="0" y="191389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</p:grpSp>
      <p:grpSp>
        <p:nvGrpSpPr>
          <p:cNvPr name="Group 10" id="10"/>
          <p:cNvGrpSpPr/>
          <p:nvPr/>
        </p:nvGrpSpPr>
        <p:grpSpPr>
          <a:xfrm rot="-5400000">
            <a:off x="1371600" y="8915400"/>
            <a:ext cx="342900" cy="1028700"/>
            <a:chOff x="0" y="0"/>
            <a:chExt cx="457200" cy="1371600"/>
          </a:xfrm>
        </p:grpSpPr>
        <p:grpSp>
          <p:nvGrpSpPr>
            <p:cNvPr name="Group 11" id="11"/>
            <p:cNvGrpSpPr/>
            <p:nvPr/>
          </p:nvGrpSpPr>
          <p:grpSpPr>
            <a:xfrm rot="0">
              <a:off x="0" y="0"/>
              <a:ext cx="457200" cy="457200"/>
              <a:chOff x="0" y="0"/>
              <a:chExt cx="1913890" cy="1913890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1913890" cy="1913890"/>
              </a:xfrm>
              <a:custGeom>
                <a:avLst/>
                <a:gdLst/>
                <a:ahLst/>
                <a:cxnLst/>
                <a:rect r="r" b="b" t="t" l="l"/>
                <a:pathLst>
                  <a:path h="1913890" w="1913890">
                    <a:moveTo>
                      <a:pt x="0" y="0"/>
                    </a:moveTo>
                    <a:lnTo>
                      <a:pt x="1913890" y="0"/>
                    </a:lnTo>
                    <a:lnTo>
                      <a:pt x="1913890" y="1913890"/>
                    </a:lnTo>
                    <a:lnTo>
                      <a:pt x="0" y="1913890"/>
                    </a:lnTo>
                    <a:close/>
                  </a:path>
                </a:pathLst>
              </a:custGeom>
              <a:solidFill>
                <a:srgbClr val="A5F951"/>
              </a:solidFill>
            </p:spPr>
          </p:sp>
        </p:grpSp>
        <p:grpSp>
          <p:nvGrpSpPr>
            <p:cNvPr name="Group 13" id="13"/>
            <p:cNvGrpSpPr/>
            <p:nvPr/>
          </p:nvGrpSpPr>
          <p:grpSpPr>
            <a:xfrm rot="0">
              <a:off x="0" y="457200"/>
              <a:ext cx="457200" cy="457200"/>
              <a:chOff x="0" y="0"/>
              <a:chExt cx="1913890" cy="1913890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1913890" cy="1913890"/>
              </a:xfrm>
              <a:custGeom>
                <a:avLst/>
                <a:gdLst/>
                <a:ahLst/>
                <a:cxnLst/>
                <a:rect r="r" b="b" t="t" l="l"/>
                <a:pathLst>
                  <a:path h="1913890" w="1913890">
                    <a:moveTo>
                      <a:pt x="0" y="0"/>
                    </a:moveTo>
                    <a:lnTo>
                      <a:pt x="1913890" y="0"/>
                    </a:lnTo>
                    <a:lnTo>
                      <a:pt x="1913890" y="1913890"/>
                    </a:lnTo>
                    <a:lnTo>
                      <a:pt x="0" y="1913890"/>
                    </a:lnTo>
                    <a:close/>
                  </a:path>
                </a:pathLst>
              </a:custGeom>
              <a:solidFill>
                <a:srgbClr val="717273"/>
              </a:solidFill>
            </p:spPr>
          </p:sp>
        </p:grpSp>
        <p:grpSp>
          <p:nvGrpSpPr>
            <p:cNvPr name="Group 15" id="15"/>
            <p:cNvGrpSpPr/>
            <p:nvPr/>
          </p:nvGrpSpPr>
          <p:grpSpPr>
            <a:xfrm rot="0">
              <a:off x="0" y="914400"/>
              <a:ext cx="457200" cy="457200"/>
              <a:chOff x="0" y="0"/>
              <a:chExt cx="1913890" cy="191389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1913890" cy="1913890"/>
              </a:xfrm>
              <a:custGeom>
                <a:avLst/>
                <a:gdLst/>
                <a:ahLst/>
                <a:cxnLst/>
                <a:rect r="r" b="b" t="t" l="l"/>
                <a:pathLst>
                  <a:path h="1913890" w="1913890">
                    <a:moveTo>
                      <a:pt x="0" y="0"/>
                    </a:moveTo>
                    <a:lnTo>
                      <a:pt x="1913890" y="0"/>
                    </a:lnTo>
                    <a:lnTo>
                      <a:pt x="1913890" y="1913890"/>
                    </a:lnTo>
                    <a:lnTo>
                      <a:pt x="0" y="191389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</p:grpSp>
      <p:sp>
        <p:nvSpPr>
          <p:cNvPr name="TextBox 17" id="17"/>
          <p:cNvSpPr txBox="true"/>
          <p:nvPr/>
        </p:nvSpPr>
        <p:spPr>
          <a:xfrm rot="0">
            <a:off x="1028700" y="634218"/>
            <a:ext cx="533673" cy="4421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86"/>
              </a:lnSpc>
            </a:pPr>
            <a:r>
              <a:rPr lang="en-US" b="true" sz="2835" u="sng">
                <a:solidFill>
                  <a:srgbClr val="A5F951"/>
                </a:solidFill>
                <a:latin typeface="Ruda Heavy"/>
                <a:ea typeface="Ruda Heavy"/>
                <a:cs typeface="Ruda Heavy"/>
                <a:sym typeface="Ruda Heavy"/>
              </a:rPr>
              <a:t>13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28700" y="1993272"/>
            <a:ext cx="16230600" cy="883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480"/>
              </a:lnSpc>
            </a:pPr>
            <a:r>
              <a:rPr lang="en-US" sz="7200" u="none">
                <a:solidFill>
                  <a:srgbClr val="A5F951"/>
                </a:solidFill>
                <a:latin typeface="Staatliches"/>
                <a:ea typeface="Staatliches"/>
                <a:cs typeface="Staatliches"/>
                <a:sym typeface="Staatliches"/>
              </a:rPr>
              <a:t>Write your topic or idea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3478530"/>
            <a:ext cx="6592629" cy="1703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480"/>
              </a:lnSpc>
            </a:pPr>
            <a:r>
              <a:rPr lang="en-US" sz="7200" u="none">
                <a:solidFill>
                  <a:srgbClr val="A5F951"/>
                </a:solidFill>
                <a:latin typeface="Staatliches"/>
                <a:ea typeface="Staatliches"/>
                <a:cs typeface="Staatliches"/>
                <a:sym typeface="Staatliches"/>
              </a:rPr>
              <a:t>Write your topic or idea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0252122" y="1654545"/>
            <a:ext cx="7007178" cy="1001580"/>
            <a:chOff x="0" y="0"/>
            <a:chExt cx="9342904" cy="1335439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-9525"/>
              <a:ext cx="5175221" cy="619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sz="3000" u="none">
                  <a:solidFill>
                    <a:srgbClr val="A5F951"/>
                  </a:solidFill>
                  <a:latin typeface="Staatliches"/>
                  <a:ea typeface="Staatliches"/>
                  <a:cs typeface="Staatliches"/>
                  <a:sym typeface="Staatliches"/>
                </a:rPr>
                <a:t>Add a main point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914307"/>
              <a:ext cx="9342904" cy="42113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583"/>
                </a:lnSpc>
              </a:pPr>
              <a:r>
                <a:rPr lang="en-US" sz="2100" spc="48" u="none">
                  <a:solidFill>
                    <a:srgbClr val="FFFFFF"/>
                  </a:solidFill>
                  <a:latin typeface="Ruda"/>
                  <a:ea typeface="Ruda"/>
                  <a:cs typeface="Ruda"/>
                  <a:sym typeface="Ruda"/>
                </a:rPr>
                <a:t>Briefly elaborate on what you want to discuss. 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0252122" y="3646655"/>
            <a:ext cx="7007178" cy="1001580"/>
            <a:chOff x="0" y="0"/>
            <a:chExt cx="9342904" cy="1335439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-9525"/>
              <a:ext cx="5175221" cy="619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sz="3000" u="none">
                  <a:solidFill>
                    <a:srgbClr val="A5F951"/>
                  </a:solidFill>
                  <a:latin typeface="Staatliches"/>
                  <a:ea typeface="Staatliches"/>
                  <a:cs typeface="Staatliches"/>
                  <a:sym typeface="Staatliches"/>
                </a:rPr>
                <a:t>Add a main point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914307"/>
              <a:ext cx="9342904" cy="42113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583"/>
                </a:lnSpc>
              </a:pPr>
              <a:r>
                <a:rPr lang="en-US" sz="2100" spc="48" u="none">
                  <a:solidFill>
                    <a:srgbClr val="FFFFFF"/>
                  </a:solidFill>
                  <a:latin typeface="Ruda"/>
                  <a:ea typeface="Ruda"/>
                  <a:cs typeface="Ruda"/>
                  <a:sym typeface="Ruda"/>
                </a:rPr>
                <a:t>Briefly elaborate on what you want to discuss. 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0252122" y="5638765"/>
            <a:ext cx="7007178" cy="1001580"/>
            <a:chOff x="0" y="0"/>
            <a:chExt cx="9342904" cy="1335439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-9525"/>
              <a:ext cx="5175221" cy="619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sz="3000" u="none">
                  <a:solidFill>
                    <a:srgbClr val="A5F951"/>
                  </a:solidFill>
                  <a:latin typeface="Staatliches"/>
                  <a:ea typeface="Staatliches"/>
                  <a:cs typeface="Staatliches"/>
                  <a:sym typeface="Staatliches"/>
                </a:rPr>
                <a:t>Add a main point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914307"/>
              <a:ext cx="9342904" cy="42113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583"/>
                </a:lnSpc>
              </a:pPr>
              <a:r>
                <a:rPr lang="en-US" sz="2100" spc="48" u="none">
                  <a:solidFill>
                    <a:srgbClr val="FFFFFF"/>
                  </a:solidFill>
                  <a:latin typeface="Ruda"/>
                  <a:ea typeface="Ruda"/>
                  <a:cs typeface="Ruda"/>
                  <a:sym typeface="Ruda"/>
                </a:rPr>
                <a:t>Briefly elaborate on what you want to discuss. 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0252122" y="7630875"/>
            <a:ext cx="7007178" cy="1001580"/>
            <a:chOff x="0" y="0"/>
            <a:chExt cx="9342904" cy="1335439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-9525"/>
              <a:ext cx="5175221" cy="619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sz="3000" u="none">
                  <a:solidFill>
                    <a:srgbClr val="A5F951"/>
                  </a:solidFill>
                  <a:latin typeface="Staatliches"/>
                  <a:ea typeface="Staatliches"/>
                  <a:cs typeface="Staatliches"/>
                  <a:sym typeface="Staatliches"/>
                </a:rPr>
                <a:t>Add a main point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914307"/>
              <a:ext cx="9342904" cy="42113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583"/>
                </a:lnSpc>
              </a:pPr>
              <a:r>
                <a:rPr lang="en-US" sz="2100" spc="48" u="none">
                  <a:solidFill>
                    <a:srgbClr val="FFFFFF"/>
                  </a:solidFill>
                  <a:latin typeface="Ruda"/>
                  <a:ea typeface="Ruda"/>
                  <a:cs typeface="Ruda"/>
                  <a:sym typeface="Ruda"/>
                </a:rPr>
                <a:t>Briefly elaborate on what you want to discuss. 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7945100" y="0"/>
            <a:ext cx="342900" cy="1028700"/>
            <a:chOff x="0" y="0"/>
            <a:chExt cx="457200" cy="1371600"/>
          </a:xfrm>
        </p:grpSpPr>
        <p:grpSp>
          <p:nvGrpSpPr>
            <p:cNvPr name="Group 16" id="16"/>
            <p:cNvGrpSpPr/>
            <p:nvPr/>
          </p:nvGrpSpPr>
          <p:grpSpPr>
            <a:xfrm rot="0">
              <a:off x="0" y="0"/>
              <a:ext cx="457200" cy="457200"/>
              <a:chOff x="0" y="0"/>
              <a:chExt cx="1913890" cy="191389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1913890" cy="1913890"/>
              </a:xfrm>
              <a:custGeom>
                <a:avLst/>
                <a:gdLst/>
                <a:ahLst/>
                <a:cxnLst/>
                <a:rect r="r" b="b" t="t" l="l"/>
                <a:pathLst>
                  <a:path h="1913890" w="1913890">
                    <a:moveTo>
                      <a:pt x="0" y="0"/>
                    </a:moveTo>
                    <a:lnTo>
                      <a:pt x="1913890" y="0"/>
                    </a:lnTo>
                    <a:lnTo>
                      <a:pt x="1913890" y="1913890"/>
                    </a:lnTo>
                    <a:lnTo>
                      <a:pt x="0" y="1913890"/>
                    </a:lnTo>
                    <a:close/>
                  </a:path>
                </a:pathLst>
              </a:custGeom>
              <a:solidFill>
                <a:srgbClr val="A5F951"/>
              </a:solidFill>
            </p:spPr>
          </p:sp>
        </p:grpSp>
        <p:grpSp>
          <p:nvGrpSpPr>
            <p:cNvPr name="Group 18" id="18"/>
            <p:cNvGrpSpPr/>
            <p:nvPr/>
          </p:nvGrpSpPr>
          <p:grpSpPr>
            <a:xfrm rot="0">
              <a:off x="0" y="457200"/>
              <a:ext cx="457200" cy="457200"/>
              <a:chOff x="0" y="0"/>
              <a:chExt cx="1913890" cy="1913890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1913890" cy="1913890"/>
              </a:xfrm>
              <a:custGeom>
                <a:avLst/>
                <a:gdLst/>
                <a:ahLst/>
                <a:cxnLst/>
                <a:rect r="r" b="b" t="t" l="l"/>
                <a:pathLst>
                  <a:path h="1913890" w="1913890">
                    <a:moveTo>
                      <a:pt x="0" y="0"/>
                    </a:moveTo>
                    <a:lnTo>
                      <a:pt x="1913890" y="0"/>
                    </a:lnTo>
                    <a:lnTo>
                      <a:pt x="1913890" y="1913890"/>
                    </a:lnTo>
                    <a:lnTo>
                      <a:pt x="0" y="1913890"/>
                    </a:lnTo>
                    <a:close/>
                  </a:path>
                </a:pathLst>
              </a:custGeom>
              <a:solidFill>
                <a:srgbClr val="717273"/>
              </a:solidFill>
            </p:spPr>
          </p:sp>
        </p:grpSp>
        <p:grpSp>
          <p:nvGrpSpPr>
            <p:cNvPr name="Group 20" id="20"/>
            <p:cNvGrpSpPr/>
            <p:nvPr/>
          </p:nvGrpSpPr>
          <p:grpSpPr>
            <a:xfrm rot="0">
              <a:off x="0" y="914400"/>
              <a:ext cx="457200" cy="457200"/>
              <a:chOff x="0" y="0"/>
              <a:chExt cx="1913890" cy="1913890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1913890" cy="1913890"/>
              </a:xfrm>
              <a:custGeom>
                <a:avLst/>
                <a:gdLst/>
                <a:ahLst/>
                <a:cxnLst/>
                <a:rect r="r" b="b" t="t" l="l"/>
                <a:pathLst>
                  <a:path h="1913890" w="1913890">
                    <a:moveTo>
                      <a:pt x="0" y="0"/>
                    </a:moveTo>
                    <a:lnTo>
                      <a:pt x="1913890" y="0"/>
                    </a:lnTo>
                    <a:lnTo>
                      <a:pt x="1913890" y="1913890"/>
                    </a:lnTo>
                    <a:lnTo>
                      <a:pt x="0" y="191389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</p:grpSp>
      <p:sp>
        <p:nvSpPr>
          <p:cNvPr name="Freeform 22" id="22"/>
          <p:cNvSpPr/>
          <p:nvPr/>
        </p:nvSpPr>
        <p:spPr>
          <a:xfrm flipH="false" flipV="false" rot="0">
            <a:off x="-812230" y="6370918"/>
            <a:ext cx="7094484" cy="7055787"/>
          </a:xfrm>
          <a:custGeom>
            <a:avLst/>
            <a:gdLst/>
            <a:ahLst/>
            <a:cxnLst/>
            <a:rect r="r" b="b" t="t" l="l"/>
            <a:pathLst>
              <a:path h="7055787" w="7094484">
                <a:moveTo>
                  <a:pt x="0" y="0"/>
                </a:moveTo>
                <a:lnTo>
                  <a:pt x="7094484" y="0"/>
                </a:lnTo>
                <a:lnTo>
                  <a:pt x="7094484" y="7055787"/>
                </a:lnTo>
                <a:lnTo>
                  <a:pt x="0" y="705578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3" id="23"/>
          <p:cNvGrpSpPr/>
          <p:nvPr/>
        </p:nvGrpSpPr>
        <p:grpSpPr>
          <a:xfrm rot="0">
            <a:off x="1028700" y="9258300"/>
            <a:ext cx="1028700" cy="342900"/>
            <a:chOff x="0" y="0"/>
            <a:chExt cx="1371600" cy="457200"/>
          </a:xfrm>
        </p:grpSpPr>
        <p:grpSp>
          <p:nvGrpSpPr>
            <p:cNvPr name="Group 24" id="24"/>
            <p:cNvGrpSpPr/>
            <p:nvPr/>
          </p:nvGrpSpPr>
          <p:grpSpPr>
            <a:xfrm rot="-5400000">
              <a:off x="0" y="0"/>
              <a:ext cx="457200" cy="457200"/>
              <a:chOff x="0" y="0"/>
              <a:chExt cx="1913890" cy="1913890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1913890" cy="1913890"/>
              </a:xfrm>
              <a:custGeom>
                <a:avLst/>
                <a:gdLst/>
                <a:ahLst/>
                <a:cxnLst/>
                <a:rect r="r" b="b" t="t" l="l"/>
                <a:pathLst>
                  <a:path h="1913890" w="1913890">
                    <a:moveTo>
                      <a:pt x="0" y="0"/>
                    </a:moveTo>
                    <a:lnTo>
                      <a:pt x="1913890" y="0"/>
                    </a:lnTo>
                    <a:lnTo>
                      <a:pt x="1913890" y="1913890"/>
                    </a:lnTo>
                    <a:lnTo>
                      <a:pt x="0" y="1913890"/>
                    </a:lnTo>
                    <a:close/>
                  </a:path>
                </a:pathLst>
              </a:custGeom>
              <a:solidFill>
                <a:srgbClr val="A5F951"/>
              </a:solidFill>
            </p:spPr>
          </p:sp>
        </p:grpSp>
        <p:grpSp>
          <p:nvGrpSpPr>
            <p:cNvPr name="Group 26" id="26"/>
            <p:cNvGrpSpPr/>
            <p:nvPr/>
          </p:nvGrpSpPr>
          <p:grpSpPr>
            <a:xfrm rot="-5400000">
              <a:off x="457200" y="0"/>
              <a:ext cx="457200" cy="457200"/>
              <a:chOff x="0" y="0"/>
              <a:chExt cx="1913890" cy="1913890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1913890" cy="1913890"/>
              </a:xfrm>
              <a:custGeom>
                <a:avLst/>
                <a:gdLst/>
                <a:ahLst/>
                <a:cxnLst/>
                <a:rect r="r" b="b" t="t" l="l"/>
                <a:pathLst>
                  <a:path h="1913890" w="1913890">
                    <a:moveTo>
                      <a:pt x="0" y="0"/>
                    </a:moveTo>
                    <a:lnTo>
                      <a:pt x="1913890" y="0"/>
                    </a:lnTo>
                    <a:lnTo>
                      <a:pt x="1913890" y="1913890"/>
                    </a:lnTo>
                    <a:lnTo>
                      <a:pt x="0" y="1913890"/>
                    </a:lnTo>
                    <a:close/>
                  </a:path>
                </a:pathLst>
              </a:custGeom>
              <a:solidFill>
                <a:srgbClr val="717273"/>
              </a:solidFill>
            </p:spPr>
          </p:sp>
        </p:grpSp>
        <p:grpSp>
          <p:nvGrpSpPr>
            <p:cNvPr name="Group 28" id="28"/>
            <p:cNvGrpSpPr/>
            <p:nvPr/>
          </p:nvGrpSpPr>
          <p:grpSpPr>
            <a:xfrm rot="-5400000">
              <a:off x="914400" y="0"/>
              <a:ext cx="457200" cy="457200"/>
              <a:chOff x="0" y="0"/>
              <a:chExt cx="1913890" cy="1913890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1913890" cy="1913890"/>
              </a:xfrm>
              <a:custGeom>
                <a:avLst/>
                <a:gdLst/>
                <a:ahLst/>
                <a:cxnLst/>
                <a:rect r="r" b="b" t="t" l="l"/>
                <a:pathLst>
                  <a:path h="1913890" w="1913890">
                    <a:moveTo>
                      <a:pt x="0" y="0"/>
                    </a:moveTo>
                    <a:lnTo>
                      <a:pt x="1913890" y="0"/>
                    </a:lnTo>
                    <a:lnTo>
                      <a:pt x="1913890" y="1913890"/>
                    </a:lnTo>
                    <a:lnTo>
                      <a:pt x="0" y="191389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</p:grpSp>
      <p:sp>
        <p:nvSpPr>
          <p:cNvPr name="TextBox 30" id="30"/>
          <p:cNvSpPr txBox="true"/>
          <p:nvPr/>
        </p:nvSpPr>
        <p:spPr>
          <a:xfrm rot="0">
            <a:off x="1028700" y="634218"/>
            <a:ext cx="533673" cy="4421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86"/>
              </a:lnSpc>
            </a:pPr>
            <a:r>
              <a:rPr lang="en-US" b="true" sz="2835" u="sng">
                <a:solidFill>
                  <a:srgbClr val="A5F951"/>
                </a:solidFill>
                <a:latin typeface="Ruda Heavy"/>
                <a:ea typeface="Ruda Heavy"/>
                <a:cs typeface="Ruda Heavy"/>
                <a:sym typeface="Ruda Heavy"/>
              </a:rPr>
              <a:t>14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9456873" y="1711695"/>
            <a:ext cx="309562" cy="309562"/>
            <a:chOff x="0" y="0"/>
            <a:chExt cx="1913890" cy="191389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913890" cy="1913890"/>
            </a:xfrm>
            <a:custGeom>
              <a:avLst/>
              <a:gdLst/>
              <a:ahLst/>
              <a:cxnLst/>
              <a:rect r="r" b="b" t="t" l="l"/>
              <a:pathLst>
                <a:path h="1913890" w="1913890">
                  <a:moveTo>
                    <a:pt x="0" y="0"/>
                  </a:moveTo>
                  <a:lnTo>
                    <a:pt x="1913890" y="0"/>
                  </a:lnTo>
                  <a:lnTo>
                    <a:pt x="1913890" y="1913890"/>
                  </a:lnTo>
                  <a:lnTo>
                    <a:pt x="0" y="1913890"/>
                  </a:lnTo>
                  <a:close/>
                </a:path>
              </a:pathLst>
            </a:custGeom>
            <a:solidFill>
              <a:srgbClr val="A5F951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9456873" y="3703805"/>
            <a:ext cx="309562" cy="309562"/>
            <a:chOff x="0" y="0"/>
            <a:chExt cx="1913890" cy="191389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913890" cy="1913890"/>
            </a:xfrm>
            <a:custGeom>
              <a:avLst/>
              <a:gdLst/>
              <a:ahLst/>
              <a:cxnLst/>
              <a:rect r="r" b="b" t="t" l="l"/>
              <a:pathLst>
                <a:path h="1913890" w="1913890">
                  <a:moveTo>
                    <a:pt x="0" y="0"/>
                  </a:moveTo>
                  <a:lnTo>
                    <a:pt x="1913890" y="0"/>
                  </a:lnTo>
                  <a:lnTo>
                    <a:pt x="1913890" y="1913890"/>
                  </a:lnTo>
                  <a:lnTo>
                    <a:pt x="0" y="1913890"/>
                  </a:lnTo>
                  <a:close/>
                </a:path>
              </a:pathLst>
            </a:custGeom>
            <a:solidFill>
              <a:srgbClr val="A5F951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9456873" y="5695915"/>
            <a:ext cx="309562" cy="309562"/>
            <a:chOff x="0" y="0"/>
            <a:chExt cx="1913890" cy="191389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913890" cy="1913890"/>
            </a:xfrm>
            <a:custGeom>
              <a:avLst/>
              <a:gdLst/>
              <a:ahLst/>
              <a:cxnLst/>
              <a:rect r="r" b="b" t="t" l="l"/>
              <a:pathLst>
                <a:path h="1913890" w="1913890">
                  <a:moveTo>
                    <a:pt x="0" y="0"/>
                  </a:moveTo>
                  <a:lnTo>
                    <a:pt x="1913890" y="0"/>
                  </a:lnTo>
                  <a:lnTo>
                    <a:pt x="1913890" y="1913890"/>
                  </a:lnTo>
                  <a:lnTo>
                    <a:pt x="0" y="1913890"/>
                  </a:lnTo>
                  <a:close/>
                </a:path>
              </a:pathLst>
            </a:custGeom>
            <a:solidFill>
              <a:srgbClr val="A5F951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9456873" y="7688025"/>
            <a:ext cx="309562" cy="309562"/>
            <a:chOff x="0" y="0"/>
            <a:chExt cx="1913890" cy="191389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913890" cy="1913890"/>
            </a:xfrm>
            <a:custGeom>
              <a:avLst/>
              <a:gdLst/>
              <a:ahLst/>
              <a:cxnLst/>
              <a:rect r="r" b="b" t="t" l="l"/>
              <a:pathLst>
                <a:path h="1913890" w="1913890">
                  <a:moveTo>
                    <a:pt x="0" y="0"/>
                  </a:moveTo>
                  <a:lnTo>
                    <a:pt x="1913890" y="0"/>
                  </a:lnTo>
                  <a:lnTo>
                    <a:pt x="1913890" y="1913890"/>
                  </a:lnTo>
                  <a:lnTo>
                    <a:pt x="0" y="1913890"/>
                  </a:lnTo>
                  <a:close/>
                </a:path>
              </a:pathLst>
            </a:custGeom>
            <a:solidFill>
              <a:srgbClr val="A5F951"/>
            </a:solidFill>
          </p:spPr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8373507" y="1211187"/>
            <a:ext cx="9245920" cy="8817607"/>
          </a:xfrm>
          <a:prstGeom prst="rect">
            <a:avLst/>
          </a:prstGeom>
        </p:spPr>
      </p:pic>
      <p:grpSp>
        <p:nvGrpSpPr>
          <p:cNvPr name="Group 3" id="3"/>
          <p:cNvGrpSpPr/>
          <p:nvPr/>
        </p:nvGrpSpPr>
        <p:grpSpPr>
          <a:xfrm rot="0">
            <a:off x="17945100" y="0"/>
            <a:ext cx="342900" cy="1028700"/>
            <a:chOff x="0" y="0"/>
            <a:chExt cx="457200" cy="1371600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457200" cy="457200"/>
              <a:chOff x="0" y="0"/>
              <a:chExt cx="1913890" cy="1913890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1913890" cy="1913890"/>
              </a:xfrm>
              <a:custGeom>
                <a:avLst/>
                <a:gdLst/>
                <a:ahLst/>
                <a:cxnLst/>
                <a:rect r="r" b="b" t="t" l="l"/>
                <a:pathLst>
                  <a:path h="1913890" w="1913890">
                    <a:moveTo>
                      <a:pt x="0" y="0"/>
                    </a:moveTo>
                    <a:lnTo>
                      <a:pt x="1913890" y="0"/>
                    </a:lnTo>
                    <a:lnTo>
                      <a:pt x="1913890" y="1913890"/>
                    </a:lnTo>
                    <a:lnTo>
                      <a:pt x="0" y="1913890"/>
                    </a:lnTo>
                    <a:close/>
                  </a:path>
                </a:pathLst>
              </a:custGeom>
              <a:solidFill>
                <a:srgbClr val="A5F951"/>
              </a:solidFill>
            </p:spPr>
          </p:sp>
        </p:grpSp>
        <p:grpSp>
          <p:nvGrpSpPr>
            <p:cNvPr name="Group 6" id="6"/>
            <p:cNvGrpSpPr/>
            <p:nvPr/>
          </p:nvGrpSpPr>
          <p:grpSpPr>
            <a:xfrm rot="0">
              <a:off x="0" y="457200"/>
              <a:ext cx="457200" cy="457200"/>
              <a:chOff x="0" y="0"/>
              <a:chExt cx="1913890" cy="191389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1913890" cy="1913890"/>
              </a:xfrm>
              <a:custGeom>
                <a:avLst/>
                <a:gdLst/>
                <a:ahLst/>
                <a:cxnLst/>
                <a:rect r="r" b="b" t="t" l="l"/>
                <a:pathLst>
                  <a:path h="1913890" w="1913890">
                    <a:moveTo>
                      <a:pt x="0" y="0"/>
                    </a:moveTo>
                    <a:lnTo>
                      <a:pt x="1913890" y="0"/>
                    </a:lnTo>
                    <a:lnTo>
                      <a:pt x="1913890" y="1913890"/>
                    </a:lnTo>
                    <a:lnTo>
                      <a:pt x="0" y="1913890"/>
                    </a:lnTo>
                    <a:close/>
                  </a:path>
                </a:pathLst>
              </a:custGeom>
              <a:solidFill>
                <a:srgbClr val="717273"/>
              </a:solidFill>
            </p:spPr>
          </p:sp>
        </p:grpSp>
        <p:grpSp>
          <p:nvGrpSpPr>
            <p:cNvPr name="Group 8" id="8"/>
            <p:cNvGrpSpPr/>
            <p:nvPr/>
          </p:nvGrpSpPr>
          <p:grpSpPr>
            <a:xfrm rot="0">
              <a:off x="0" y="914400"/>
              <a:ext cx="457200" cy="457200"/>
              <a:chOff x="0" y="0"/>
              <a:chExt cx="1913890" cy="1913890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1913890" cy="1913890"/>
              </a:xfrm>
              <a:custGeom>
                <a:avLst/>
                <a:gdLst/>
                <a:ahLst/>
                <a:cxnLst/>
                <a:rect r="r" b="b" t="t" l="l"/>
                <a:pathLst>
                  <a:path h="1913890" w="1913890">
                    <a:moveTo>
                      <a:pt x="0" y="0"/>
                    </a:moveTo>
                    <a:lnTo>
                      <a:pt x="1913890" y="0"/>
                    </a:lnTo>
                    <a:lnTo>
                      <a:pt x="1913890" y="1913890"/>
                    </a:lnTo>
                    <a:lnTo>
                      <a:pt x="0" y="191389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</p:grpSp>
      <p:grpSp>
        <p:nvGrpSpPr>
          <p:cNvPr name="Group 10" id="10"/>
          <p:cNvGrpSpPr/>
          <p:nvPr/>
        </p:nvGrpSpPr>
        <p:grpSpPr>
          <a:xfrm rot="-5400000">
            <a:off x="1371600" y="8915400"/>
            <a:ext cx="342900" cy="1028700"/>
            <a:chOff x="0" y="0"/>
            <a:chExt cx="457200" cy="1371600"/>
          </a:xfrm>
        </p:grpSpPr>
        <p:grpSp>
          <p:nvGrpSpPr>
            <p:cNvPr name="Group 11" id="11"/>
            <p:cNvGrpSpPr/>
            <p:nvPr/>
          </p:nvGrpSpPr>
          <p:grpSpPr>
            <a:xfrm rot="0">
              <a:off x="0" y="0"/>
              <a:ext cx="457200" cy="457200"/>
              <a:chOff x="0" y="0"/>
              <a:chExt cx="1913890" cy="1913890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1913890" cy="1913890"/>
              </a:xfrm>
              <a:custGeom>
                <a:avLst/>
                <a:gdLst/>
                <a:ahLst/>
                <a:cxnLst/>
                <a:rect r="r" b="b" t="t" l="l"/>
                <a:pathLst>
                  <a:path h="1913890" w="1913890">
                    <a:moveTo>
                      <a:pt x="0" y="0"/>
                    </a:moveTo>
                    <a:lnTo>
                      <a:pt x="1913890" y="0"/>
                    </a:lnTo>
                    <a:lnTo>
                      <a:pt x="1913890" y="1913890"/>
                    </a:lnTo>
                    <a:lnTo>
                      <a:pt x="0" y="1913890"/>
                    </a:lnTo>
                    <a:close/>
                  </a:path>
                </a:pathLst>
              </a:custGeom>
              <a:solidFill>
                <a:srgbClr val="A5F951"/>
              </a:solidFill>
            </p:spPr>
          </p:sp>
        </p:grpSp>
        <p:grpSp>
          <p:nvGrpSpPr>
            <p:cNvPr name="Group 13" id="13"/>
            <p:cNvGrpSpPr/>
            <p:nvPr/>
          </p:nvGrpSpPr>
          <p:grpSpPr>
            <a:xfrm rot="0">
              <a:off x="0" y="457200"/>
              <a:ext cx="457200" cy="457200"/>
              <a:chOff x="0" y="0"/>
              <a:chExt cx="1913890" cy="1913890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1913890" cy="1913890"/>
              </a:xfrm>
              <a:custGeom>
                <a:avLst/>
                <a:gdLst/>
                <a:ahLst/>
                <a:cxnLst/>
                <a:rect r="r" b="b" t="t" l="l"/>
                <a:pathLst>
                  <a:path h="1913890" w="1913890">
                    <a:moveTo>
                      <a:pt x="0" y="0"/>
                    </a:moveTo>
                    <a:lnTo>
                      <a:pt x="1913890" y="0"/>
                    </a:lnTo>
                    <a:lnTo>
                      <a:pt x="1913890" y="1913890"/>
                    </a:lnTo>
                    <a:lnTo>
                      <a:pt x="0" y="1913890"/>
                    </a:lnTo>
                    <a:close/>
                  </a:path>
                </a:pathLst>
              </a:custGeom>
              <a:solidFill>
                <a:srgbClr val="717273"/>
              </a:solidFill>
            </p:spPr>
          </p:sp>
        </p:grpSp>
        <p:grpSp>
          <p:nvGrpSpPr>
            <p:cNvPr name="Group 15" id="15"/>
            <p:cNvGrpSpPr/>
            <p:nvPr/>
          </p:nvGrpSpPr>
          <p:grpSpPr>
            <a:xfrm rot="0">
              <a:off x="0" y="914400"/>
              <a:ext cx="457200" cy="457200"/>
              <a:chOff x="0" y="0"/>
              <a:chExt cx="1913890" cy="191389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1913890" cy="1913890"/>
              </a:xfrm>
              <a:custGeom>
                <a:avLst/>
                <a:gdLst/>
                <a:ahLst/>
                <a:cxnLst/>
                <a:rect r="r" b="b" t="t" l="l"/>
                <a:pathLst>
                  <a:path h="1913890" w="1913890">
                    <a:moveTo>
                      <a:pt x="0" y="0"/>
                    </a:moveTo>
                    <a:lnTo>
                      <a:pt x="1913890" y="0"/>
                    </a:lnTo>
                    <a:lnTo>
                      <a:pt x="1913890" y="1913890"/>
                    </a:lnTo>
                    <a:lnTo>
                      <a:pt x="0" y="191389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</p:grpSp>
      <p:sp>
        <p:nvSpPr>
          <p:cNvPr name="TextBox 17" id="17"/>
          <p:cNvSpPr txBox="true"/>
          <p:nvPr/>
        </p:nvSpPr>
        <p:spPr>
          <a:xfrm rot="0">
            <a:off x="1028700" y="634218"/>
            <a:ext cx="533673" cy="4421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86"/>
              </a:lnSpc>
            </a:pPr>
            <a:r>
              <a:rPr lang="en-US" b="true" sz="2835" u="sng">
                <a:solidFill>
                  <a:srgbClr val="A5F951"/>
                </a:solidFill>
                <a:latin typeface="Ruda Heavy"/>
                <a:ea typeface="Ruda Heavy"/>
                <a:cs typeface="Ruda Heavy"/>
                <a:sym typeface="Ruda Heavy"/>
              </a:rPr>
              <a:t>15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028700" y="3477331"/>
            <a:ext cx="6592629" cy="3821115"/>
            <a:chOff x="0" y="0"/>
            <a:chExt cx="8790172" cy="5094821"/>
          </a:xfrm>
        </p:grpSpPr>
        <p:sp>
          <p:nvSpPr>
            <p:cNvPr name="TextBox 19" id="19"/>
            <p:cNvSpPr txBox="true"/>
            <p:nvPr/>
          </p:nvSpPr>
          <p:spPr>
            <a:xfrm rot="0">
              <a:off x="0" y="276225"/>
              <a:ext cx="8790172" cy="32901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9135"/>
                </a:lnSpc>
              </a:pPr>
              <a:r>
                <a:rPr lang="en-US" sz="10039" u="none">
                  <a:solidFill>
                    <a:srgbClr val="A5F951"/>
                  </a:solidFill>
                  <a:latin typeface="Staatliches"/>
                  <a:ea typeface="Staatliches"/>
                  <a:cs typeface="Staatliches"/>
                  <a:sym typeface="Staatliches"/>
                </a:rPr>
                <a:t>Write your topic or idea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0" y="3977221"/>
              <a:ext cx="8790172" cy="1117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60"/>
                </a:lnSpc>
              </a:pPr>
              <a:r>
                <a:rPr lang="en-US" sz="2800" u="none">
                  <a:solidFill>
                    <a:srgbClr val="FFFFFF"/>
                  </a:solidFill>
                  <a:latin typeface="Ruda"/>
                  <a:ea typeface="Ruda"/>
                  <a:cs typeface="Ruda"/>
                  <a:sym typeface="Ruda"/>
                </a:rPr>
                <a:t>Briefly elaborate on what you</a:t>
              </a:r>
            </a:p>
            <a:p>
              <a:pPr algn="l" marL="0" indent="0" lvl="0">
                <a:lnSpc>
                  <a:spcPts val="3360"/>
                </a:lnSpc>
              </a:pPr>
              <a:r>
                <a:rPr lang="en-US" sz="2800" u="none">
                  <a:solidFill>
                    <a:srgbClr val="FFFFFF"/>
                  </a:solidFill>
                  <a:latin typeface="Ruda"/>
                  <a:ea typeface="Ruda"/>
                  <a:cs typeface="Ruda"/>
                  <a:sym typeface="Ruda"/>
                </a:rPr>
                <a:t>want to discuss. 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260447" y="3196663"/>
            <a:ext cx="9802888" cy="2403987"/>
            <a:chOff x="0" y="0"/>
            <a:chExt cx="13070517" cy="3205316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276225"/>
              <a:ext cx="13070517" cy="17534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9135"/>
                </a:lnSpc>
              </a:pPr>
              <a:r>
                <a:rPr lang="en-US" sz="10039" u="none">
                  <a:solidFill>
                    <a:srgbClr val="A5F951"/>
                  </a:solidFill>
                  <a:latin typeface="Staatliches"/>
                  <a:ea typeface="Staatliches"/>
                  <a:cs typeface="Staatliches"/>
                  <a:sym typeface="Staatliches"/>
                </a:rPr>
                <a:t>Thank you!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2586258"/>
              <a:ext cx="13070517" cy="6190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sz="3000" u="none">
                  <a:solidFill>
                    <a:srgbClr val="FFFFFF"/>
                  </a:solidFill>
                  <a:latin typeface="Staatliches"/>
                  <a:ea typeface="Staatliches"/>
                  <a:cs typeface="Staatliches"/>
                  <a:sym typeface="Staatliches"/>
                </a:rPr>
                <a:t>Insert a parting or call-to-action message here.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3040154" y="3443447"/>
            <a:ext cx="342900" cy="1028700"/>
            <a:chOff x="0" y="0"/>
            <a:chExt cx="457200" cy="1371600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0"/>
              <a:ext cx="457200" cy="457200"/>
              <a:chOff x="0" y="0"/>
              <a:chExt cx="1913890" cy="191389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1913890" cy="1913890"/>
              </a:xfrm>
              <a:custGeom>
                <a:avLst/>
                <a:gdLst/>
                <a:ahLst/>
                <a:cxnLst/>
                <a:rect r="r" b="b" t="t" l="l"/>
                <a:pathLst>
                  <a:path h="1913890" w="1913890">
                    <a:moveTo>
                      <a:pt x="0" y="0"/>
                    </a:moveTo>
                    <a:lnTo>
                      <a:pt x="1913890" y="0"/>
                    </a:lnTo>
                    <a:lnTo>
                      <a:pt x="1913890" y="1913890"/>
                    </a:lnTo>
                    <a:lnTo>
                      <a:pt x="0" y="1913890"/>
                    </a:lnTo>
                    <a:close/>
                  </a:path>
                </a:pathLst>
              </a:custGeom>
              <a:solidFill>
                <a:srgbClr val="A5F951"/>
              </a:solidFill>
            </p:spPr>
          </p:sp>
        </p:grpSp>
        <p:grpSp>
          <p:nvGrpSpPr>
            <p:cNvPr name="Group 8" id="8"/>
            <p:cNvGrpSpPr/>
            <p:nvPr/>
          </p:nvGrpSpPr>
          <p:grpSpPr>
            <a:xfrm rot="0">
              <a:off x="0" y="457200"/>
              <a:ext cx="457200" cy="457200"/>
              <a:chOff x="0" y="0"/>
              <a:chExt cx="1913890" cy="1913890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1913890" cy="1913890"/>
              </a:xfrm>
              <a:custGeom>
                <a:avLst/>
                <a:gdLst/>
                <a:ahLst/>
                <a:cxnLst/>
                <a:rect r="r" b="b" t="t" l="l"/>
                <a:pathLst>
                  <a:path h="1913890" w="1913890">
                    <a:moveTo>
                      <a:pt x="0" y="0"/>
                    </a:moveTo>
                    <a:lnTo>
                      <a:pt x="1913890" y="0"/>
                    </a:lnTo>
                    <a:lnTo>
                      <a:pt x="1913890" y="1913890"/>
                    </a:lnTo>
                    <a:lnTo>
                      <a:pt x="0" y="1913890"/>
                    </a:lnTo>
                    <a:close/>
                  </a:path>
                </a:pathLst>
              </a:custGeom>
              <a:solidFill>
                <a:srgbClr val="717273"/>
              </a:solidFill>
            </p:spPr>
          </p:sp>
        </p:grpSp>
        <p:grpSp>
          <p:nvGrpSpPr>
            <p:cNvPr name="Group 10" id="10"/>
            <p:cNvGrpSpPr/>
            <p:nvPr/>
          </p:nvGrpSpPr>
          <p:grpSpPr>
            <a:xfrm rot="0">
              <a:off x="0" y="914400"/>
              <a:ext cx="457200" cy="457200"/>
              <a:chOff x="0" y="0"/>
              <a:chExt cx="1913890" cy="191389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1913890" cy="1913890"/>
              </a:xfrm>
              <a:custGeom>
                <a:avLst/>
                <a:gdLst/>
                <a:ahLst/>
                <a:cxnLst/>
                <a:rect r="r" b="b" t="t" l="l"/>
                <a:pathLst>
                  <a:path h="1913890" w="1913890">
                    <a:moveTo>
                      <a:pt x="0" y="0"/>
                    </a:moveTo>
                    <a:lnTo>
                      <a:pt x="1913890" y="0"/>
                    </a:lnTo>
                    <a:lnTo>
                      <a:pt x="1913890" y="1913890"/>
                    </a:lnTo>
                    <a:lnTo>
                      <a:pt x="0" y="191389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</p:grpSp>
      <p:sp>
        <p:nvSpPr>
          <p:cNvPr name="Freeform 12" id="12"/>
          <p:cNvSpPr/>
          <p:nvPr/>
        </p:nvSpPr>
        <p:spPr>
          <a:xfrm flipH="false" flipV="false" rot="-9590322">
            <a:off x="-813670" y="8464514"/>
            <a:ext cx="6818826" cy="3644972"/>
          </a:xfrm>
          <a:custGeom>
            <a:avLst/>
            <a:gdLst/>
            <a:ahLst/>
            <a:cxnLst/>
            <a:rect r="r" b="b" t="t" l="l"/>
            <a:pathLst>
              <a:path h="3644972" w="6818826">
                <a:moveTo>
                  <a:pt x="0" y="0"/>
                </a:moveTo>
                <a:lnTo>
                  <a:pt x="6818826" y="0"/>
                </a:lnTo>
                <a:lnTo>
                  <a:pt x="6818826" y="3644972"/>
                </a:lnTo>
                <a:lnTo>
                  <a:pt x="0" y="36449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2311590">
            <a:off x="13321678" y="-1414100"/>
            <a:ext cx="6818826" cy="3644972"/>
          </a:xfrm>
          <a:custGeom>
            <a:avLst/>
            <a:gdLst/>
            <a:ahLst/>
            <a:cxnLst/>
            <a:rect r="r" b="b" t="t" l="l"/>
            <a:pathLst>
              <a:path h="3644972" w="6818826">
                <a:moveTo>
                  <a:pt x="0" y="0"/>
                </a:moveTo>
                <a:lnTo>
                  <a:pt x="6818825" y="0"/>
                </a:lnTo>
                <a:lnTo>
                  <a:pt x="6818825" y="3644972"/>
                </a:lnTo>
                <a:lnTo>
                  <a:pt x="0" y="36449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9161890" y="8944107"/>
            <a:ext cx="8115300" cy="3141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520"/>
              </a:lnSpc>
            </a:pPr>
            <a:r>
              <a:rPr lang="en-US" sz="2100" u="sng">
                <a:solidFill>
                  <a:srgbClr val="FFFFFF"/>
                </a:solidFill>
                <a:latin typeface="Ruda"/>
                <a:ea typeface="Ruda"/>
                <a:cs typeface="Ruda"/>
                <a:sym typeface="Ruda"/>
                <a:hlinkClick r:id="rId4" action="ppaction://hlinksldjump"/>
              </a:rPr>
              <a:t>Go Back to Agenda Page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822106" y="1055137"/>
            <a:ext cx="1863250" cy="1853086"/>
          </a:xfrm>
          <a:custGeom>
            <a:avLst/>
            <a:gdLst/>
            <a:ahLst/>
            <a:cxnLst/>
            <a:rect r="r" b="b" t="t" l="l"/>
            <a:pathLst>
              <a:path h="1853086" w="1863250">
                <a:moveTo>
                  <a:pt x="0" y="0"/>
                </a:moveTo>
                <a:lnTo>
                  <a:pt x="1863249" y="0"/>
                </a:lnTo>
                <a:lnTo>
                  <a:pt x="1863249" y="1853086"/>
                </a:lnTo>
                <a:lnTo>
                  <a:pt x="0" y="18530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869303" y="4029551"/>
            <a:ext cx="1768855" cy="1853086"/>
          </a:xfrm>
          <a:custGeom>
            <a:avLst/>
            <a:gdLst/>
            <a:ahLst/>
            <a:cxnLst/>
            <a:rect r="r" b="b" t="t" l="l"/>
            <a:pathLst>
              <a:path h="1853086" w="1768855">
                <a:moveTo>
                  <a:pt x="0" y="0"/>
                </a:moveTo>
                <a:lnTo>
                  <a:pt x="1768855" y="0"/>
                </a:lnTo>
                <a:lnTo>
                  <a:pt x="1768855" y="1853086"/>
                </a:lnTo>
                <a:lnTo>
                  <a:pt x="0" y="185308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1987432" y="936604"/>
            <a:ext cx="1799551" cy="1971619"/>
          </a:xfrm>
          <a:custGeom>
            <a:avLst/>
            <a:gdLst/>
            <a:ahLst/>
            <a:cxnLst/>
            <a:rect r="r" b="b" t="t" l="l"/>
            <a:pathLst>
              <a:path h="1971619" w="1799551">
                <a:moveTo>
                  <a:pt x="0" y="0"/>
                </a:moveTo>
                <a:lnTo>
                  <a:pt x="1799551" y="0"/>
                </a:lnTo>
                <a:lnTo>
                  <a:pt x="1799551" y="1971619"/>
                </a:lnTo>
                <a:lnTo>
                  <a:pt x="0" y="197161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2119019" y="4029551"/>
            <a:ext cx="1536377" cy="1853086"/>
          </a:xfrm>
          <a:custGeom>
            <a:avLst/>
            <a:gdLst/>
            <a:ahLst/>
            <a:cxnLst/>
            <a:rect r="r" b="b" t="t" l="l"/>
            <a:pathLst>
              <a:path h="1853086" w="1536377">
                <a:moveTo>
                  <a:pt x="0" y="0"/>
                </a:moveTo>
                <a:lnTo>
                  <a:pt x="1536377" y="0"/>
                </a:lnTo>
                <a:lnTo>
                  <a:pt x="1536377" y="1853086"/>
                </a:lnTo>
                <a:lnTo>
                  <a:pt x="0" y="185308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8707134" y="7389649"/>
            <a:ext cx="2093194" cy="1868651"/>
          </a:xfrm>
          <a:custGeom>
            <a:avLst/>
            <a:gdLst/>
            <a:ahLst/>
            <a:cxnLst/>
            <a:rect r="r" b="b" t="t" l="l"/>
            <a:pathLst>
              <a:path h="1868651" w="2093194">
                <a:moveTo>
                  <a:pt x="0" y="0"/>
                </a:moveTo>
                <a:lnTo>
                  <a:pt x="2093194" y="0"/>
                </a:lnTo>
                <a:lnTo>
                  <a:pt x="2093194" y="1868651"/>
                </a:lnTo>
                <a:lnTo>
                  <a:pt x="0" y="186865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1952017" y="7389649"/>
            <a:ext cx="1870381" cy="1868651"/>
          </a:xfrm>
          <a:custGeom>
            <a:avLst/>
            <a:gdLst/>
            <a:ahLst/>
            <a:cxnLst/>
            <a:rect r="r" b="b" t="t" l="l"/>
            <a:pathLst>
              <a:path h="1868651" w="1870381">
                <a:moveTo>
                  <a:pt x="0" y="0"/>
                </a:moveTo>
                <a:lnTo>
                  <a:pt x="1870381" y="0"/>
                </a:lnTo>
                <a:lnTo>
                  <a:pt x="1870381" y="1868651"/>
                </a:lnTo>
                <a:lnTo>
                  <a:pt x="0" y="1868651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5021389" y="7389649"/>
            <a:ext cx="1868651" cy="1868651"/>
          </a:xfrm>
          <a:custGeom>
            <a:avLst/>
            <a:gdLst/>
            <a:ahLst/>
            <a:cxnLst/>
            <a:rect r="r" b="b" t="t" l="l"/>
            <a:pathLst>
              <a:path h="1868651" w="1868651">
                <a:moveTo>
                  <a:pt x="0" y="0"/>
                </a:moveTo>
                <a:lnTo>
                  <a:pt x="1868651" y="0"/>
                </a:lnTo>
                <a:lnTo>
                  <a:pt x="1868651" y="1868651"/>
                </a:lnTo>
                <a:lnTo>
                  <a:pt x="0" y="1868651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4652128" y="4446674"/>
            <a:ext cx="2607172" cy="1393652"/>
          </a:xfrm>
          <a:custGeom>
            <a:avLst/>
            <a:gdLst/>
            <a:ahLst/>
            <a:cxnLst/>
            <a:rect r="r" b="b" t="t" l="l"/>
            <a:pathLst>
              <a:path h="1393652" w="2607172">
                <a:moveTo>
                  <a:pt x="0" y="0"/>
                </a:moveTo>
                <a:lnTo>
                  <a:pt x="2607172" y="0"/>
                </a:lnTo>
                <a:lnTo>
                  <a:pt x="2607172" y="1393652"/>
                </a:lnTo>
                <a:lnTo>
                  <a:pt x="0" y="1393652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0" id="10"/>
          <p:cNvSpPr/>
          <p:nvPr/>
        </p:nvSpPr>
        <p:spPr>
          <a:xfrm rot="-5405968">
            <a:off x="3980357" y="5138738"/>
            <a:ext cx="8229612" cy="0"/>
          </a:xfrm>
          <a:prstGeom prst="line">
            <a:avLst/>
          </a:prstGeom>
          <a:ln cap="rnd" w="9525">
            <a:solidFill>
              <a:srgbClr val="A5F95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1" id="11"/>
          <p:cNvSpPr/>
          <p:nvPr/>
        </p:nvSpPr>
        <p:spPr>
          <a:xfrm flipH="false" flipV="false" rot="0">
            <a:off x="15096260" y="1028700"/>
            <a:ext cx="1718909" cy="1879523"/>
          </a:xfrm>
          <a:custGeom>
            <a:avLst/>
            <a:gdLst/>
            <a:ahLst/>
            <a:cxnLst/>
            <a:rect r="r" b="b" t="t" l="l"/>
            <a:pathLst>
              <a:path h="1879523" w="1718909">
                <a:moveTo>
                  <a:pt x="0" y="0"/>
                </a:moveTo>
                <a:lnTo>
                  <a:pt x="1718909" y="0"/>
                </a:lnTo>
                <a:lnTo>
                  <a:pt x="1718909" y="1879523"/>
                </a:lnTo>
                <a:lnTo>
                  <a:pt x="0" y="1879523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028700" y="1029429"/>
            <a:ext cx="6592629" cy="23985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135"/>
              </a:lnSpc>
            </a:pPr>
            <a:r>
              <a:rPr lang="en-US" sz="10039" u="none">
                <a:solidFill>
                  <a:srgbClr val="A5F951"/>
                </a:solidFill>
                <a:latin typeface="Staatliches"/>
                <a:ea typeface="Staatliches"/>
                <a:cs typeface="Staatliches"/>
                <a:sym typeface="Staatliches"/>
              </a:rPr>
              <a:t>Resource </a:t>
            </a:r>
          </a:p>
          <a:p>
            <a:pPr algn="l" marL="0" indent="0" lvl="0">
              <a:lnSpc>
                <a:spcPts val="9135"/>
              </a:lnSpc>
            </a:pPr>
            <a:r>
              <a:rPr lang="en-US" sz="10039" u="none">
                <a:solidFill>
                  <a:srgbClr val="A5F951"/>
                </a:solidFill>
                <a:latin typeface="Staatliches"/>
                <a:ea typeface="Staatliches"/>
                <a:cs typeface="Staatliches"/>
                <a:sym typeface="Staatliches"/>
              </a:rPr>
              <a:t>Page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28700" y="7970901"/>
            <a:ext cx="6592629" cy="1287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83"/>
              </a:lnSpc>
            </a:pPr>
            <a:r>
              <a:rPr lang="en-US" sz="2100" spc="48" u="none">
                <a:solidFill>
                  <a:srgbClr val="FFFFFF"/>
                </a:solidFill>
                <a:latin typeface="Ruda"/>
                <a:ea typeface="Ruda"/>
                <a:cs typeface="Ruda"/>
                <a:sym typeface="Ruda"/>
              </a:rPr>
              <a:t>Use these design resources in your Canva Presentation. Happy designing! </a:t>
            </a:r>
          </a:p>
          <a:p>
            <a:pPr algn="l" marL="0" indent="0" lvl="0">
              <a:lnSpc>
                <a:spcPts val="2583"/>
              </a:lnSpc>
            </a:pPr>
          </a:p>
          <a:p>
            <a:pPr algn="l" marL="0" indent="0" lvl="0">
              <a:lnSpc>
                <a:spcPts val="2583"/>
              </a:lnSpc>
            </a:pPr>
            <a:r>
              <a:rPr lang="en-US" sz="2100" spc="48" u="none">
                <a:solidFill>
                  <a:srgbClr val="FFFFFF"/>
                </a:solidFill>
                <a:latin typeface="Ruda"/>
                <a:ea typeface="Ruda"/>
                <a:cs typeface="Ruda"/>
                <a:sym typeface="Ruda"/>
              </a:rPr>
              <a:t>Don't forget to delete this page before presenting.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237873" y="1421570"/>
            <a:ext cx="889055" cy="1646398"/>
          </a:xfrm>
          <a:custGeom>
            <a:avLst/>
            <a:gdLst/>
            <a:ahLst/>
            <a:cxnLst/>
            <a:rect r="r" b="b" t="t" l="l"/>
            <a:pathLst>
              <a:path h="1646398" w="889055">
                <a:moveTo>
                  <a:pt x="0" y="0"/>
                </a:moveTo>
                <a:lnTo>
                  <a:pt x="889055" y="0"/>
                </a:lnTo>
                <a:lnTo>
                  <a:pt x="889055" y="1646398"/>
                </a:lnTo>
                <a:lnTo>
                  <a:pt x="0" y="16463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144000" y="1255229"/>
            <a:ext cx="1826882" cy="1703983"/>
          </a:xfrm>
          <a:custGeom>
            <a:avLst/>
            <a:gdLst/>
            <a:ahLst/>
            <a:cxnLst/>
            <a:rect r="r" b="b" t="t" l="l"/>
            <a:pathLst>
              <a:path h="1703983" w="1826882">
                <a:moveTo>
                  <a:pt x="0" y="0"/>
                </a:moveTo>
                <a:lnTo>
                  <a:pt x="1826882" y="0"/>
                </a:lnTo>
                <a:lnTo>
                  <a:pt x="1826882" y="1703983"/>
                </a:lnTo>
                <a:lnTo>
                  <a:pt x="0" y="170398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670484" y="7031122"/>
            <a:ext cx="1088987" cy="1156260"/>
          </a:xfrm>
          <a:custGeom>
            <a:avLst/>
            <a:gdLst/>
            <a:ahLst/>
            <a:cxnLst/>
            <a:rect r="r" b="b" t="t" l="l"/>
            <a:pathLst>
              <a:path h="1156260" w="1088987">
                <a:moveTo>
                  <a:pt x="0" y="0"/>
                </a:moveTo>
                <a:lnTo>
                  <a:pt x="1088987" y="0"/>
                </a:lnTo>
                <a:lnTo>
                  <a:pt x="1088987" y="1156260"/>
                </a:lnTo>
                <a:lnTo>
                  <a:pt x="0" y="115626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3637710">
            <a:off x="12391481" y="3841231"/>
            <a:ext cx="1039906" cy="1759840"/>
          </a:xfrm>
          <a:custGeom>
            <a:avLst/>
            <a:gdLst/>
            <a:ahLst/>
            <a:cxnLst/>
            <a:rect r="r" b="b" t="t" l="l"/>
            <a:pathLst>
              <a:path h="1759840" w="1039906">
                <a:moveTo>
                  <a:pt x="0" y="0"/>
                </a:moveTo>
                <a:lnTo>
                  <a:pt x="1039906" y="0"/>
                </a:lnTo>
                <a:lnTo>
                  <a:pt x="1039906" y="1759840"/>
                </a:lnTo>
                <a:lnTo>
                  <a:pt x="0" y="175984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842039" y="7116846"/>
            <a:ext cx="1893870" cy="984812"/>
          </a:xfrm>
          <a:custGeom>
            <a:avLst/>
            <a:gdLst/>
            <a:ahLst/>
            <a:cxnLst/>
            <a:rect r="r" b="b" t="t" l="l"/>
            <a:pathLst>
              <a:path h="984812" w="1893870">
                <a:moveTo>
                  <a:pt x="0" y="0"/>
                </a:moveTo>
                <a:lnTo>
                  <a:pt x="1893870" y="0"/>
                </a:lnTo>
                <a:lnTo>
                  <a:pt x="1893870" y="984812"/>
                </a:lnTo>
                <a:lnTo>
                  <a:pt x="0" y="98481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2031662" y="7049143"/>
            <a:ext cx="1901606" cy="1120219"/>
          </a:xfrm>
          <a:custGeom>
            <a:avLst/>
            <a:gdLst/>
            <a:ahLst/>
            <a:cxnLst/>
            <a:rect r="r" b="b" t="t" l="l"/>
            <a:pathLst>
              <a:path h="1120219" w="1901606">
                <a:moveTo>
                  <a:pt x="0" y="0"/>
                </a:moveTo>
                <a:lnTo>
                  <a:pt x="1901607" y="0"/>
                </a:lnTo>
                <a:lnTo>
                  <a:pt x="1901607" y="1120219"/>
                </a:lnTo>
                <a:lnTo>
                  <a:pt x="0" y="1120219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8" id="8"/>
          <p:cNvSpPr/>
          <p:nvPr/>
        </p:nvSpPr>
        <p:spPr>
          <a:xfrm rot="-5405968">
            <a:off x="3980357" y="5138738"/>
            <a:ext cx="8229612" cy="0"/>
          </a:xfrm>
          <a:prstGeom prst="line">
            <a:avLst/>
          </a:prstGeom>
          <a:ln cap="rnd" w="9525">
            <a:solidFill>
              <a:srgbClr val="A5F95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9" id="9"/>
          <p:cNvSpPr/>
          <p:nvPr/>
        </p:nvSpPr>
        <p:spPr>
          <a:xfrm flipH="false" flipV="false" rot="0">
            <a:off x="9498195" y="4010531"/>
            <a:ext cx="1105347" cy="1798642"/>
          </a:xfrm>
          <a:custGeom>
            <a:avLst/>
            <a:gdLst/>
            <a:ahLst/>
            <a:cxnLst/>
            <a:rect r="r" b="b" t="t" l="l"/>
            <a:pathLst>
              <a:path h="1798642" w="1105347">
                <a:moveTo>
                  <a:pt x="0" y="0"/>
                </a:moveTo>
                <a:lnTo>
                  <a:pt x="1105348" y="0"/>
                </a:lnTo>
                <a:lnTo>
                  <a:pt x="1105348" y="1798642"/>
                </a:lnTo>
                <a:lnTo>
                  <a:pt x="0" y="1798642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1824982" y="1421570"/>
            <a:ext cx="1807057" cy="1537641"/>
          </a:xfrm>
          <a:custGeom>
            <a:avLst/>
            <a:gdLst/>
            <a:ahLst/>
            <a:cxnLst/>
            <a:rect r="r" b="b" t="t" l="l"/>
            <a:pathLst>
              <a:path h="1537641" w="1807057">
                <a:moveTo>
                  <a:pt x="0" y="0"/>
                </a:moveTo>
                <a:lnTo>
                  <a:pt x="1807057" y="0"/>
                </a:lnTo>
                <a:lnTo>
                  <a:pt x="1807057" y="1537642"/>
                </a:lnTo>
                <a:lnTo>
                  <a:pt x="0" y="1537642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4948613" y="4010531"/>
            <a:ext cx="1680723" cy="1509595"/>
          </a:xfrm>
          <a:custGeom>
            <a:avLst/>
            <a:gdLst/>
            <a:ahLst/>
            <a:cxnLst/>
            <a:rect r="r" b="b" t="t" l="l"/>
            <a:pathLst>
              <a:path h="1509595" w="1680723">
                <a:moveTo>
                  <a:pt x="0" y="0"/>
                </a:moveTo>
                <a:lnTo>
                  <a:pt x="1680722" y="0"/>
                </a:lnTo>
                <a:lnTo>
                  <a:pt x="1680722" y="1509594"/>
                </a:lnTo>
                <a:lnTo>
                  <a:pt x="0" y="1509594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028700" y="1029429"/>
            <a:ext cx="6592629" cy="23985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135"/>
              </a:lnSpc>
            </a:pPr>
            <a:r>
              <a:rPr lang="en-US" sz="10039" u="none">
                <a:solidFill>
                  <a:srgbClr val="A5F951"/>
                </a:solidFill>
                <a:latin typeface="Staatliches"/>
                <a:ea typeface="Staatliches"/>
                <a:cs typeface="Staatliches"/>
                <a:sym typeface="Staatliches"/>
              </a:rPr>
              <a:t>Resource </a:t>
            </a:r>
          </a:p>
          <a:p>
            <a:pPr algn="l" marL="0" indent="0" lvl="0">
              <a:lnSpc>
                <a:spcPts val="9135"/>
              </a:lnSpc>
            </a:pPr>
            <a:r>
              <a:rPr lang="en-US" sz="10039" u="none">
                <a:solidFill>
                  <a:srgbClr val="A5F951"/>
                </a:solidFill>
                <a:latin typeface="Staatliches"/>
                <a:ea typeface="Staatliches"/>
                <a:cs typeface="Staatliches"/>
                <a:sym typeface="Staatliches"/>
              </a:rPr>
              <a:t>Page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28700" y="4721151"/>
            <a:ext cx="6592629" cy="1287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83"/>
              </a:lnSpc>
            </a:pPr>
            <a:r>
              <a:rPr lang="en-US" sz="2100" spc="48" u="none">
                <a:solidFill>
                  <a:srgbClr val="FFFFFF"/>
                </a:solidFill>
                <a:latin typeface="Ruda"/>
                <a:ea typeface="Ruda"/>
                <a:cs typeface="Ruda"/>
                <a:sym typeface="Ruda"/>
              </a:rPr>
              <a:t>Use these design resources in your Canva Presentation. Happy designing! </a:t>
            </a:r>
          </a:p>
          <a:p>
            <a:pPr algn="l" marL="0" indent="0" lvl="0">
              <a:lnSpc>
                <a:spcPts val="2583"/>
              </a:lnSpc>
            </a:pPr>
          </a:p>
          <a:p>
            <a:pPr algn="l" marL="0" indent="0" lvl="0">
              <a:lnSpc>
                <a:spcPts val="2583"/>
              </a:lnSpc>
            </a:pPr>
            <a:r>
              <a:rPr lang="en-US" sz="2100" spc="48" u="none">
                <a:solidFill>
                  <a:srgbClr val="FFFFFF"/>
                </a:solidFill>
                <a:latin typeface="Ruda"/>
                <a:ea typeface="Ruda"/>
                <a:cs typeface="Ruda"/>
                <a:sym typeface="Ruda"/>
              </a:rPr>
              <a:t>Don't forget to delete this page before presenting.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3382083" y="2153516"/>
            <a:ext cx="3877217" cy="4665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600"/>
              </a:lnSpc>
              <a:spcBef>
                <a:spcPct val="0"/>
              </a:spcBef>
            </a:pPr>
            <a:r>
              <a:rPr lang="en-US" sz="3000" u="none">
                <a:solidFill>
                  <a:srgbClr val="A5F951"/>
                </a:solidFill>
                <a:latin typeface="Staatliches"/>
                <a:ea typeface="Staatliches"/>
                <a:cs typeface="Staatliches"/>
                <a:sym typeface="Staatliches"/>
              </a:rPr>
              <a:t>C for confetti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577981" y="3988089"/>
            <a:ext cx="4565699" cy="4665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600"/>
              </a:lnSpc>
              <a:spcBef>
                <a:spcPct val="0"/>
              </a:spcBef>
            </a:pPr>
            <a:r>
              <a:rPr lang="en-US" sz="3000" u="none">
                <a:solidFill>
                  <a:srgbClr val="A5F951"/>
                </a:solidFill>
                <a:latin typeface="Staatliches"/>
                <a:ea typeface="Staatliches"/>
                <a:cs typeface="Staatliches"/>
                <a:sym typeface="Staatliches"/>
              </a:rPr>
              <a:t>D for a drumroll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3382083" y="3988089"/>
            <a:ext cx="3877217" cy="4665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600"/>
              </a:lnSpc>
              <a:spcBef>
                <a:spcPct val="0"/>
              </a:spcBef>
            </a:pPr>
            <a:r>
              <a:rPr lang="en-US" sz="3000" u="none">
                <a:solidFill>
                  <a:srgbClr val="A5F951"/>
                </a:solidFill>
                <a:latin typeface="Staatliches"/>
                <a:ea typeface="Staatliches"/>
                <a:cs typeface="Staatliches"/>
                <a:sym typeface="Staatliches"/>
              </a:rPr>
              <a:t>O for bubbles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669529" y="7657234"/>
            <a:ext cx="6948301" cy="4665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600"/>
              </a:lnSpc>
              <a:spcBef>
                <a:spcPct val="0"/>
              </a:spcBef>
            </a:pPr>
            <a:r>
              <a:rPr lang="en-US" sz="3000" u="none">
                <a:solidFill>
                  <a:srgbClr val="A5F951"/>
                </a:solidFill>
                <a:latin typeface="Staatliches"/>
                <a:ea typeface="Staatliches"/>
                <a:cs typeface="Staatliches"/>
                <a:sym typeface="Staatliches"/>
              </a:rPr>
              <a:t>Any number from 0-9 for a timer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577981" y="2153516"/>
            <a:ext cx="4565699" cy="4665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600"/>
              </a:lnSpc>
              <a:spcBef>
                <a:spcPct val="0"/>
              </a:spcBef>
            </a:pPr>
            <a:r>
              <a:rPr lang="en-US" sz="3000" u="none">
                <a:solidFill>
                  <a:srgbClr val="A5F951"/>
                </a:solidFill>
                <a:latin typeface="Staatliches"/>
                <a:ea typeface="Staatliches"/>
                <a:cs typeface="Staatliches"/>
                <a:sym typeface="Staatliches"/>
              </a:rPr>
              <a:t>B for blur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577981" y="5822661"/>
            <a:ext cx="4565699" cy="4665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600"/>
              </a:lnSpc>
              <a:spcBef>
                <a:spcPct val="0"/>
              </a:spcBef>
            </a:pPr>
            <a:r>
              <a:rPr lang="en-US" sz="3000" u="none">
                <a:solidFill>
                  <a:srgbClr val="A5F951"/>
                </a:solidFill>
                <a:latin typeface="Staatliches"/>
                <a:ea typeface="Staatliches"/>
                <a:cs typeface="Staatliches"/>
                <a:sym typeface="Staatliches"/>
              </a:rPr>
              <a:t>Q for quiet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382083" y="5822661"/>
            <a:ext cx="3877217" cy="4665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600"/>
              </a:lnSpc>
              <a:spcBef>
                <a:spcPct val="0"/>
              </a:spcBef>
            </a:pPr>
            <a:r>
              <a:rPr lang="en-US" sz="3000">
                <a:solidFill>
                  <a:srgbClr val="A5F951"/>
                </a:solidFill>
                <a:latin typeface="Staatliches"/>
                <a:ea typeface="Staatliches"/>
                <a:cs typeface="Staatliches"/>
                <a:sym typeface="Staatliches"/>
              </a:rPr>
              <a:t>U</a:t>
            </a:r>
            <a:r>
              <a:rPr lang="en-US" sz="3000" u="none">
                <a:solidFill>
                  <a:srgbClr val="A5F951"/>
                </a:solidFill>
                <a:latin typeface="Staatliches"/>
                <a:ea typeface="Staatliches"/>
                <a:cs typeface="Staatliches"/>
                <a:sym typeface="Staatliches"/>
              </a:rPr>
              <a:t> for Unveil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4697845"/>
            <a:ext cx="6592629" cy="16109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83"/>
              </a:lnSpc>
            </a:pPr>
            <a:r>
              <a:rPr lang="en-US" sz="2100" spc="48" u="none">
                <a:solidFill>
                  <a:srgbClr val="FFFFFF"/>
                </a:solidFill>
                <a:latin typeface="Ruda"/>
                <a:ea typeface="Ruda"/>
                <a:cs typeface="Ruda"/>
                <a:sym typeface="Ruda"/>
              </a:rPr>
              <a:t>Find the magic and fun in presenting with Canva Presentations. Press the following keys while on Present mode! </a:t>
            </a:r>
          </a:p>
          <a:p>
            <a:pPr algn="l" marL="0" indent="0" lvl="0">
              <a:lnSpc>
                <a:spcPts val="2583"/>
              </a:lnSpc>
            </a:pPr>
          </a:p>
          <a:p>
            <a:pPr algn="l" marL="0" indent="0" lvl="0">
              <a:lnSpc>
                <a:spcPts val="2583"/>
              </a:lnSpc>
            </a:pPr>
            <a:r>
              <a:rPr lang="en-US" sz="2100" spc="48" u="none">
                <a:solidFill>
                  <a:srgbClr val="FFFFFF"/>
                </a:solidFill>
                <a:latin typeface="Ruda"/>
                <a:ea typeface="Ruda"/>
                <a:cs typeface="Ruda"/>
                <a:sym typeface="Ruda"/>
              </a:rPr>
              <a:t>Don't forget to delete this page before presenting.</a:t>
            </a:r>
          </a:p>
        </p:txBody>
      </p:sp>
      <p:sp>
        <p:nvSpPr>
          <p:cNvPr name="AutoShape 10" id="10"/>
          <p:cNvSpPr/>
          <p:nvPr/>
        </p:nvSpPr>
        <p:spPr>
          <a:xfrm rot="-5405968">
            <a:off x="3980357" y="5138738"/>
            <a:ext cx="8229612" cy="0"/>
          </a:xfrm>
          <a:prstGeom prst="line">
            <a:avLst/>
          </a:prstGeom>
          <a:ln cap="rnd" w="9525">
            <a:solidFill>
              <a:srgbClr val="A5F95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1" id="11"/>
          <p:cNvSpPr txBox="true"/>
          <p:nvPr/>
        </p:nvSpPr>
        <p:spPr>
          <a:xfrm rot="0">
            <a:off x="1028700" y="1029429"/>
            <a:ext cx="6592629" cy="23985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135"/>
              </a:lnSpc>
            </a:pPr>
            <a:r>
              <a:rPr lang="en-US" sz="10039" u="none">
                <a:solidFill>
                  <a:srgbClr val="A5F951"/>
                </a:solidFill>
                <a:latin typeface="Staatliches"/>
                <a:ea typeface="Staatliches"/>
                <a:cs typeface="Staatliches"/>
                <a:sym typeface="Staatliches"/>
              </a:rPr>
              <a:t>Resource </a:t>
            </a:r>
          </a:p>
          <a:p>
            <a:pPr algn="l" marL="0" indent="0" lvl="0">
              <a:lnSpc>
                <a:spcPts val="9135"/>
              </a:lnSpc>
            </a:pPr>
            <a:r>
              <a:rPr lang="en-US" sz="10039" u="none">
                <a:solidFill>
                  <a:srgbClr val="A5F951"/>
                </a:solidFill>
                <a:latin typeface="Staatliches"/>
                <a:ea typeface="Staatliches"/>
                <a:cs typeface="Staatliches"/>
                <a:sym typeface="Staatliches"/>
              </a:rPr>
              <a:t>Page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DAHGFIGqGfQ</dc:identifier>
  <dcterms:modified xsi:type="dcterms:W3CDTF">2011-08-01T06:04:30Z</dcterms:modified>
  <cp:revision>1</cp:revision>
</cp:coreProperties>
</file>